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9"/>
  </p:handoutMasterIdLst>
  <p:sldIdLst>
    <p:sldId id="261" r:id="rId3"/>
    <p:sldId id="262" r:id="rId5"/>
    <p:sldId id="269" r:id="rId6"/>
    <p:sldId id="263" r:id="rId7"/>
    <p:sldId id="264" r:id="rId8"/>
    <p:sldId id="397" r:id="rId9"/>
    <p:sldId id="267" r:id="rId10"/>
    <p:sldId id="399" r:id="rId11"/>
    <p:sldId id="400" r:id="rId12"/>
    <p:sldId id="405" r:id="rId13"/>
    <p:sldId id="402" r:id="rId14"/>
    <p:sldId id="418" r:id="rId15"/>
    <p:sldId id="268" r:id="rId16"/>
    <p:sldId id="258" r:id="rId17"/>
    <p:sldId id="260" r:id="rId18"/>
  </p:sldIdLst>
  <p:sldSz cx="12192000" cy="6858000"/>
  <p:notesSz cx="6858000" cy="9144000"/>
  <p:defaultTextStyle>
    <a:defPPr rtl="0">
      <a:defRPr lang="vi-V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48" autoAdjust="0"/>
  </p:normalViewPr>
  <p:slideViewPr>
    <p:cSldViewPr snapToGrid="0">
      <p:cViewPr varScale="1">
        <p:scale>
          <a:sx n="164" d="100"/>
          <a:sy n="164" d="100"/>
        </p:scale>
        <p:origin x="96" y="10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108"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customXml" Target="../customXml/item3.xml"/><Relationship Id="rId24" Type="http://schemas.openxmlformats.org/officeDocument/2006/relationships/customXml" Target="../customXml/item2.xml"/><Relationship Id="rId23" Type="http://schemas.openxmlformats.org/officeDocument/2006/relationships/customXml" Target="../customXml/item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6750AC01-D39D-4F3A-9DC8-2A211EE986A2}">
      <dgm:prSet phldrT="[Text]"/>
      <dgm:spPr/>
      <dgm:t>
        <a:bodyPr/>
        <a:lstStyle/>
        <a:p>
          <a:pPr>
            <a:lnSpc>
              <a:spcPct val="100000"/>
            </a:lnSpc>
          </a:pPr>
          <a:r>
            <a:rPr lang="en-US" err="1">
              <a:latin typeface="Arial" panose="020B0604020202020204" pitchFamily="34" charset="0"/>
              <a:cs typeface="Arial" panose="020B0604020202020204" pitchFamily="34" charset="0"/>
            </a:rPr>
            <a:t>Giới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thiệu</a:t>
          </a:r>
          <a:r>
            <a:rPr lang="en-US">
              <a:latin typeface="Arial" panose="020B0604020202020204" pitchFamily="34" charset="0"/>
              <a:cs typeface="Arial" panose="020B0604020202020204" pitchFamily="34" charset="0"/>
            </a:rPr>
            <a:t> nội dung bài báo</a:t>
          </a:r>
        </a:p>
      </dgm:t>
    </dgm:pt>
    <dgm:pt modelId="{720680DC-AAA4-4434-A582-60EBCC5BA355}" cxnId="{0B5DAE5F-BCDC-4BF7-A6E7-CF856886A64D}" type="parTrans">
      <dgm:prSet/>
      <dgm:spPr/>
      <dgm:t>
        <a:bodyPr/>
        <a:lstStyle/>
        <a:p>
          <a:endParaRPr lang="en-US"/>
        </a:p>
      </dgm:t>
    </dgm:pt>
    <dgm:pt modelId="{CA077D98-8478-47EA-B6A9-99ACE60C64D4}" cxnId="{0B5DAE5F-BCDC-4BF7-A6E7-CF856886A64D}" type="sibTrans">
      <dgm:prSet/>
      <dgm:spPr/>
      <dgm:t>
        <a:bodyPr/>
        <a:lstStyle/>
        <a:p>
          <a:endParaRPr lang="en-US">
            <a:latin typeface="Times New Roman" panose="02020603050405020304" pitchFamily="18" charset="0"/>
            <a:cs typeface="Times New Roman" panose="02020603050405020304" pitchFamily="18" charset="0"/>
          </a:endParaRPr>
        </a:p>
      </dgm:t>
    </dgm:pt>
    <dgm:pt modelId="{0BEF68B8-1228-47BB-83B5-7B9CD1E3F84E}">
      <dgm:prSet phldrT="[Text]"/>
      <dgm:spPr/>
      <dgm:t>
        <a:bodyPr/>
        <a:lstStyle/>
        <a:p>
          <a:pPr>
            <a:lnSpc>
              <a:spcPct val="100000"/>
            </a:lnSpc>
          </a:pPr>
          <a:r>
            <a:rPr lang="en-US" err="1">
              <a:latin typeface="Arial" panose="020B0604020202020204" pitchFamily="34" charset="0"/>
              <a:cs typeface="Arial" panose="020B0604020202020204" pitchFamily="34" charset="0"/>
            </a:rPr>
            <a:t>Bài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toán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Phân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chuỗi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gian</a:t>
          </a:r>
          <a:endParaRPr lang="en-US">
            <a:latin typeface="Arial" panose="020B0604020202020204" pitchFamily="34" charset="0"/>
            <a:cs typeface="Arial" panose="020B0604020202020204" pitchFamily="34" charset="0"/>
          </a:endParaRPr>
        </a:p>
      </dgm:t>
    </dgm:pt>
    <dgm:pt modelId="{ED3A4BC2-B75A-4952-A38B-A42B5995DF05}" cxnId="{EDEF4F82-1237-4639-A0F7-385C1897CE66}" type="parTrans">
      <dgm:prSet/>
      <dgm:spPr/>
      <dgm:t>
        <a:bodyPr/>
        <a:lstStyle/>
        <a:p>
          <a:endParaRPr lang="en-US"/>
        </a:p>
      </dgm:t>
    </dgm:pt>
    <dgm:pt modelId="{FD949706-EDCC-4ADC-8EDF-8EDA49C92325}" cxnId="{EDEF4F82-1237-4639-A0F7-385C1897CE66}" type="sibTrans">
      <dgm:prSet/>
      <dgm:spPr/>
      <dgm:t>
        <a:bodyPr/>
        <a:lstStyle/>
        <a:p>
          <a:endParaRPr lang="en-US"/>
        </a:p>
      </dgm:t>
    </dgm:pt>
    <dgm:pt modelId="{5605D28D-2CE6-4513-8566-952984E21E14}">
      <dgm:prSet phldrT="[Text]"/>
      <dgm:spPr/>
      <dgm:t>
        <a:bodyPr/>
        <a:lstStyle/>
        <a:p>
          <a:pPr>
            <a:lnSpc>
              <a:spcPct val="100000"/>
            </a:lnSpc>
          </a:pPr>
          <a:r>
            <a:rPr lang="en-US">
              <a:latin typeface="Arial" panose="020B0604020202020204" pitchFamily="34" charset="0"/>
              <a:cs typeface="Arial" panose="020B0604020202020204" pitchFamily="34" charset="0"/>
            </a:rPr>
            <a:t>Thuật toán</a:t>
          </a:r>
        </a:p>
      </dgm:t>
    </dgm:pt>
    <dgm:pt modelId="{EB15AB98-362B-4E70-A3DA-995FC3E8BA79}" cxnId="{FAF3F884-F0CF-440F-8CB1-B7648AB1B138}" type="parTrans">
      <dgm:prSet/>
      <dgm:spPr/>
      <dgm:t>
        <a:bodyPr/>
        <a:lstStyle/>
        <a:p>
          <a:endParaRPr lang="en-US"/>
        </a:p>
      </dgm:t>
    </dgm:pt>
    <dgm:pt modelId="{823D1971-2C4D-4EC5-A874-2F463DE37109}" cxnId="{FAF3F884-F0CF-440F-8CB1-B7648AB1B138}" type="sibTrans">
      <dgm:prSet/>
      <dgm:spPr/>
      <dgm:t>
        <a:bodyPr/>
        <a:lstStyle/>
        <a:p>
          <a:endParaRPr lang="en-US"/>
        </a:p>
      </dgm:t>
    </dgm:pt>
    <dgm:pt modelId="{66958364-54B4-47D1-AB32-8856633AA0FC}">
      <dgm:prSet phldrT="[Text]"/>
      <dgm:spPr/>
      <dgm:t>
        <a:bodyPr/>
        <a:lstStyle/>
        <a:p>
          <a:r>
            <a:rPr lang="en-US">
              <a:latin typeface="Arial" panose="020B0604020202020204" pitchFamily="34" charset="0"/>
              <a:cs typeface="Arial" panose="020B0604020202020204" pitchFamily="34" charset="0"/>
            </a:rPr>
            <a:t>Kết quả thực nghiệm</a:t>
          </a:r>
        </a:p>
      </dgm:t>
    </dgm:pt>
    <dgm:pt modelId="{830C8A00-50D4-4A4D-A2A2-AC1EF20A6929}" cxnId="{79EB90E0-9914-4392-8750-D5A4F87AA53F}" type="parTrans">
      <dgm:prSet/>
      <dgm:spPr/>
      <dgm:t>
        <a:bodyPr/>
        <a:lstStyle/>
        <a:p>
          <a:endParaRPr lang="en-US"/>
        </a:p>
      </dgm:t>
    </dgm:pt>
    <dgm:pt modelId="{447B3456-EBF3-42E4-9CF4-15D80DFD0F1A}" cxnId="{79EB90E0-9914-4392-8750-D5A4F87AA53F}" type="sibTrans">
      <dgm:prSet/>
      <dgm:spPr/>
      <dgm:t>
        <a:bodyPr/>
        <a:lstStyle/>
        <a:p>
          <a:endParaRPr lang="en-US"/>
        </a:p>
      </dgm:t>
    </dgm:pt>
    <dgm:pt modelId="{8856504A-07FC-4191-8F55-8EBB31C0084E}">
      <dgm:prSet/>
      <dgm:spPr/>
      <dgm:t>
        <a:bodyPr/>
        <a:lstStyle/>
        <a:p>
          <a:r>
            <a:rPr lang="en-US"/>
            <a:t>Kết luận</a:t>
          </a:r>
        </a:p>
      </dgm:t>
    </dgm:pt>
    <dgm:pt modelId="{23023AF3-9DF4-42E4-A8E4-09216DC90D2F}" cxnId="{D7028E6D-A99C-4051-AA2A-AEC5D0D1EA86}" type="parTrans">
      <dgm:prSet/>
      <dgm:spPr/>
      <dgm:t>
        <a:bodyPr/>
        <a:lstStyle/>
        <a:p>
          <a:endParaRPr lang="en-US"/>
        </a:p>
      </dgm:t>
    </dgm:pt>
    <dgm:pt modelId="{F4607E32-1A41-45B9-B454-39E9A8094A9A}" cxnId="{D7028E6D-A99C-4051-AA2A-AEC5D0D1EA86}" type="sibTrans">
      <dgm:prSet/>
      <dgm:spPr/>
      <dgm:t>
        <a:bodyPr/>
        <a:lstStyle/>
        <a:p>
          <a:endParaRPr lang="en-US"/>
        </a:p>
      </dgm:t>
    </dgm:pt>
    <dgm:pt modelId="{1C4D2D85-FEE2-49E6-9C99-AEEB3C1A1938}">
      <dgm:prSet/>
      <dgm:spPr/>
      <dgm:t>
        <a:bodyPr/>
        <a:lstStyle/>
        <a:p>
          <a:r>
            <a:rPr lang="en-US">
              <a:latin typeface="Arial" panose="020B0604020202020204" pitchFamily="34" charset="0"/>
              <a:cs typeface="Arial" panose="020B0604020202020204" pitchFamily="34" charset="0"/>
            </a:rPr>
            <a:t>Những nghiên cứu gần đây</a:t>
          </a:r>
        </a:p>
      </dgm:t>
    </dgm:pt>
    <dgm:pt modelId="{5336E8FF-8E37-45C2-B2DD-9AB51998B44C}" cxnId="{A88615C3-62D9-424F-859A-EF9AD60E705E}" type="parTrans">
      <dgm:prSet/>
      <dgm:spPr/>
      <dgm:t>
        <a:bodyPr/>
        <a:lstStyle/>
        <a:p>
          <a:endParaRPr lang="en-US"/>
        </a:p>
      </dgm:t>
    </dgm:pt>
    <dgm:pt modelId="{A5D39EED-86F7-4C2F-9069-DE8FC2035C20}" cxnId="{A88615C3-62D9-424F-859A-EF9AD60E705E}" type="sibTrans">
      <dgm:prSet/>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6"/>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6"/>
      <dgm:spPr/>
    </dgm:pt>
    <dgm:pt modelId="{429CABD1-4116-474B-81BF-735E2CA9DD00}" type="pres">
      <dgm:prSet presAssocID="{7E5AA53B-3EEE-4DE4-BB81-9044890C2946}" presName="dstNode" presStyleLbl="node1" presStyleIdx="0" presStyleCnt="6"/>
      <dgm:spPr/>
    </dgm:pt>
    <dgm:pt modelId="{58319267-C71E-43C9-94E1-827D0616C7A7}" type="pres">
      <dgm:prSet presAssocID="{6750AC01-D39D-4F3A-9DC8-2A211EE986A2}" presName="text_1" presStyleLbl="node1" presStyleIdx="0" presStyleCnt="6">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6"/>
      <dgm:spPr/>
    </dgm:pt>
    <dgm:pt modelId="{371878DB-DBE1-49D2-9FFB-F7AD988A36BD}" type="pres">
      <dgm:prSet presAssocID="{1C4D2D85-FEE2-49E6-9C99-AEEB3C1A1938}" presName="text_2" presStyleLbl="node1" presStyleIdx="1" presStyleCnt="6">
        <dgm:presLayoutVars>
          <dgm:bulletEnabled val="1"/>
        </dgm:presLayoutVars>
      </dgm:prSet>
      <dgm:spPr/>
    </dgm:pt>
    <dgm:pt modelId="{676A519D-37C1-4F12-84F9-597930908A87}" type="pres">
      <dgm:prSet presAssocID="{1C4D2D85-FEE2-49E6-9C99-AEEB3C1A1938}" presName="accent_2" presStyleCnt="0"/>
      <dgm:spPr/>
    </dgm:pt>
    <dgm:pt modelId="{43C121F1-D40E-4EAF-A1AD-B82D0395D8A7}" type="pres">
      <dgm:prSet presAssocID="{1C4D2D85-FEE2-49E6-9C99-AEEB3C1A1938}" presName="accentRepeatNode" presStyleLbl="solidFgAcc1" presStyleIdx="1" presStyleCnt="6"/>
      <dgm:spPr/>
    </dgm:pt>
    <dgm:pt modelId="{3DB79203-2A13-446B-BA14-08AEAF7E871B}" type="pres">
      <dgm:prSet presAssocID="{0BEF68B8-1228-47BB-83B5-7B9CD1E3F84E}" presName="text_3" presStyleLbl="node1" presStyleIdx="2" presStyleCnt="6">
        <dgm:presLayoutVars>
          <dgm:bulletEnabled val="1"/>
        </dgm:presLayoutVars>
      </dgm:prSet>
      <dgm:spPr/>
    </dgm:pt>
    <dgm:pt modelId="{7433FF38-11EB-4CD1-AC53-233911F2918A}" type="pres">
      <dgm:prSet presAssocID="{0BEF68B8-1228-47BB-83B5-7B9CD1E3F84E}" presName="accent_3" presStyleCnt="0"/>
      <dgm:spPr/>
    </dgm:pt>
    <dgm:pt modelId="{3F8116AC-FAC3-4E95-9865-93CCFEB191B9}" type="pres">
      <dgm:prSet presAssocID="{0BEF68B8-1228-47BB-83B5-7B9CD1E3F84E}" presName="accentRepeatNode" presStyleLbl="solidFgAcc1" presStyleIdx="2" presStyleCnt="6"/>
      <dgm:spPr/>
    </dgm:pt>
    <dgm:pt modelId="{77C9CFEB-D671-4478-B2DD-D5EFCA0E5798}" type="pres">
      <dgm:prSet presAssocID="{5605D28D-2CE6-4513-8566-952984E21E14}" presName="text_4" presStyleLbl="node1" presStyleIdx="3" presStyleCnt="6">
        <dgm:presLayoutVars>
          <dgm:bulletEnabled val="1"/>
        </dgm:presLayoutVars>
      </dgm:prSet>
      <dgm:spPr/>
    </dgm:pt>
    <dgm:pt modelId="{5EDA061F-D9E6-40F5-99D7-5E68D11CDD7A}" type="pres">
      <dgm:prSet presAssocID="{5605D28D-2CE6-4513-8566-952984E21E14}" presName="accent_4" presStyleCnt="0"/>
      <dgm:spPr/>
    </dgm:pt>
    <dgm:pt modelId="{A965097E-32F1-4AB8-8C4E-2814A7596B2F}" type="pres">
      <dgm:prSet presAssocID="{5605D28D-2CE6-4513-8566-952984E21E14}" presName="accentRepeatNode" presStyleLbl="solidFgAcc1" presStyleIdx="3" presStyleCnt="6"/>
      <dgm:spPr/>
    </dgm:pt>
    <dgm:pt modelId="{3287F40B-537D-4DD5-831C-CE777710ED29}" type="pres">
      <dgm:prSet presAssocID="{66958364-54B4-47D1-AB32-8856633AA0FC}" presName="text_5" presStyleLbl="node1" presStyleIdx="4" presStyleCnt="6">
        <dgm:presLayoutVars>
          <dgm:bulletEnabled val="1"/>
        </dgm:presLayoutVars>
      </dgm:prSet>
      <dgm:spPr/>
    </dgm:pt>
    <dgm:pt modelId="{FC39B783-0957-448D-BFA4-9AA797286F1E}" type="pres">
      <dgm:prSet presAssocID="{66958364-54B4-47D1-AB32-8856633AA0FC}" presName="accent_5" presStyleCnt="0"/>
      <dgm:spPr/>
    </dgm:pt>
    <dgm:pt modelId="{44C528F3-64B9-43B6-9052-A3DED7992324}" type="pres">
      <dgm:prSet presAssocID="{66958364-54B4-47D1-AB32-8856633AA0FC}" presName="accentRepeatNode" presStyleLbl="solidFgAcc1" presStyleIdx="4" presStyleCnt="6"/>
      <dgm:spPr/>
    </dgm:pt>
    <dgm:pt modelId="{DA3AC9A2-19EA-45FF-A839-6E9487407E52}" type="pres">
      <dgm:prSet presAssocID="{8856504A-07FC-4191-8F55-8EBB31C0084E}" presName="text_6" presStyleLbl="node1" presStyleIdx="5" presStyleCnt="6">
        <dgm:presLayoutVars>
          <dgm:bulletEnabled val="1"/>
        </dgm:presLayoutVars>
      </dgm:prSet>
      <dgm:spPr/>
    </dgm:pt>
    <dgm:pt modelId="{1B972C63-FEC8-4306-8C93-F143E9A9E38F}" type="pres">
      <dgm:prSet presAssocID="{8856504A-07FC-4191-8F55-8EBB31C0084E}" presName="accent_6" presStyleCnt="0"/>
      <dgm:spPr/>
    </dgm:pt>
    <dgm:pt modelId="{CF4F13B7-02FC-4893-B5DB-853B14A63F59}" type="pres">
      <dgm:prSet presAssocID="{8856504A-07FC-4191-8F55-8EBB31C0084E}" presName="accentRepeatNode" presStyleLbl="solidFgAcc1" presStyleIdx="5" presStyleCnt="6"/>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D7028E6D-A99C-4051-AA2A-AEC5D0D1EA86}" srcId="{7E5AA53B-3EEE-4DE4-BB81-9044890C2946}" destId="{8856504A-07FC-4191-8F55-8EBB31C0084E}" srcOrd="5" destOrd="0" parTransId="{23023AF3-9DF4-42E4-A8E4-09216DC90D2F}" sibTransId="{F4607E32-1A41-45B9-B454-39E9A8094A9A}"/>
    <dgm:cxn modelId="{29DA474E-5DFA-4C66-882F-319C49ABBB19}" type="presOf" srcId="{6750AC01-D39D-4F3A-9DC8-2A211EE986A2}" destId="{58319267-C71E-43C9-94E1-827D0616C7A7}" srcOrd="0" destOrd="0" presId="urn:microsoft.com/office/officeart/2008/layout/VerticalCurvedList"/>
    <dgm:cxn modelId="{EE2B6376-10FA-411A-AEB8-C21FDA1B1BF1}" type="presOf" srcId="{8856504A-07FC-4191-8F55-8EBB31C0084E}" destId="{DA3AC9A2-19EA-45FF-A839-6E9487407E52}" srcOrd="0" destOrd="0" presId="urn:microsoft.com/office/officeart/2008/layout/VerticalCurvedList"/>
    <dgm:cxn modelId="{6C98E57B-B1D8-4143-ABF7-98484E3A2EB8}" type="presOf" srcId="{5605D28D-2CE6-4513-8566-952984E21E14}" destId="{77C9CFEB-D671-4478-B2DD-D5EFCA0E5798}" srcOrd="0" destOrd="0" presId="urn:microsoft.com/office/officeart/2008/layout/VerticalCurvedList"/>
    <dgm:cxn modelId="{87D75481-F0D1-466B-BDDD-D39EB477BDA1}" type="presOf" srcId="{1C4D2D85-FEE2-49E6-9C99-AEEB3C1A1938}" destId="{371878DB-DBE1-49D2-9FFB-F7AD988A36BD}" srcOrd="0" destOrd="0" presId="urn:microsoft.com/office/officeart/2008/layout/VerticalCurvedList"/>
    <dgm:cxn modelId="{EDEF4F82-1237-4639-A0F7-385C1897CE66}" srcId="{7E5AA53B-3EEE-4DE4-BB81-9044890C2946}" destId="{0BEF68B8-1228-47BB-83B5-7B9CD1E3F84E}" srcOrd="2" destOrd="0" parTransId="{ED3A4BC2-B75A-4952-A38B-A42B5995DF05}" sibTransId="{FD949706-EDCC-4ADC-8EDF-8EDA49C92325}"/>
    <dgm:cxn modelId="{FAF3F884-F0CF-440F-8CB1-B7648AB1B138}" srcId="{7E5AA53B-3EEE-4DE4-BB81-9044890C2946}" destId="{5605D28D-2CE6-4513-8566-952984E21E14}" srcOrd="3" destOrd="0" parTransId="{EB15AB98-362B-4E70-A3DA-995FC3E8BA79}" sibTransId="{823D1971-2C4D-4EC5-A874-2F463DE37109}"/>
    <dgm:cxn modelId="{982B3686-C898-475B-B773-867F34B5D338}" type="presOf" srcId="{0BEF68B8-1228-47BB-83B5-7B9CD1E3F84E}" destId="{3DB79203-2A13-446B-BA14-08AEAF7E871B}" srcOrd="0" destOrd="0" presId="urn:microsoft.com/office/officeart/2008/layout/VerticalCurvedList"/>
    <dgm:cxn modelId="{4F65CC8F-B5A8-40BE-A32B-05862B543D6A}" type="presOf" srcId="{7E5AA53B-3EEE-4DE4-BB81-9044890C2946}" destId="{57806726-6E60-4ACC-9C1C-7DF9CC365A10}" srcOrd="0" destOrd="0" presId="urn:microsoft.com/office/officeart/2008/layout/VerticalCurvedList"/>
    <dgm:cxn modelId="{A88615C3-62D9-424F-859A-EF9AD60E705E}" srcId="{7E5AA53B-3EEE-4DE4-BB81-9044890C2946}" destId="{1C4D2D85-FEE2-49E6-9C99-AEEB3C1A1938}" srcOrd="1" destOrd="0" parTransId="{5336E8FF-8E37-45C2-B2DD-9AB51998B44C}" sibTransId="{A5D39EED-86F7-4C2F-9069-DE8FC2035C20}"/>
    <dgm:cxn modelId="{E724E0C3-C379-44F0-91B1-96A5E77CECC3}" type="presOf" srcId="{66958364-54B4-47D1-AB32-8856633AA0FC}" destId="{3287F40B-537D-4DD5-831C-CE777710ED29}" srcOrd="0" destOrd="0" presId="urn:microsoft.com/office/officeart/2008/layout/VerticalCurvedList"/>
    <dgm:cxn modelId="{79EB90E0-9914-4392-8750-D5A4F87AA53F}" srcId="{7E5AA53B-3EEE-4DE4-BB81-9044890C2946}" destId="{66958364-54B4-47D1-AB32-8856633AA0FC}" srcOrd="4" destOrd="0" parTransId="{830C8A00-50D4-4A4D-A2A2-AC1EF20A6929}" sibTransId="{447B3456-EBF3-42E4-9CF4-15D80DFD0F1A}"/>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10E08953-7E3D-40B6-BE01-784CBA7AC7FD}" type="presParOf" srcId="{90561C55-3C6E-4D53-85E1-2C50BCDDA392}" destId="{371878DB-DBE1-49D2-9FFB-F7AD988A36BD}" srcOrd="3" destOrd="0" presId="urn:microsoft.com/office/officeart/2008/layout/VerticalCurvedList"/>
    <dgm:cxn modelId="{D91BAA25-E0A8-4239-8368-38770E949A48}" type="presParOf" srcId="{90561C55-3C6E-4D53-85E1-2C50BCDDA392}" destId="{676A519D-37C1-4F12-84F9-597930908A87}" srcOrd="4" destOrd="0" presId="urn:microsoft.com/office/officeart/2008/layout/VerticalCurvedList"/>
    <dgm:cxn modelId="{D511E00E-9743-4199-B778-D525E502C7C0}" type="presParOf" srcId="{676A519D-37C1-4F12-84F9-597930908A87}" destId="{43C121F1-D40E-4EAF-A1AD-B82D0395D8A7}" srcOrd="0" destOrd="0" presId="urn:microsoft.com/office/officeart/2008/layout/VerticalCurvedList"/>
    <dgm:cxn modelId="{A2EE035A-DB9A-4D1F-B530-C21B47313F57}" type="presParOf" srcId="{90561C55-3C6E-4D53-85E1-2C50BCDDA392}" destId="{3DB79203-2A13-446B-BA14-08AEAF7E871B}" srcOrd="5" destOrd="0" presId="urn:microsoft.com/office/officeart/2008/layout/VerticalCurvedList"/>
    <dgm:cxn modelId="{77F62D5F-7F9D-44B3-9A5A-9BBACC1415DD}" type="presParOf" srcId="{90561C55-3C6E-4D53-85E1-2C50BCDDA392}" destId="{7433FF38-11EB-4CD1-AC53-233911F2918A}" srcOrd="6" destOrd="0" presId="urn:microsoft.com/office/officeart/2008/layout/VerticalCurvedList"/>
    <dgm:cxn modelId="{2F9C5960-A3CC-417C-92AF-09AE143505AF}" type="presParOf" srcId="{7433FF38-11EB-4CD1-AC53-233911F2918A}" destId="{3F8116AC-FAC3-4E95-9865-93CCFEB191B9}" srcOrd="0" destOrd="0" presId="urn:microsoft.com/office/officeart/2008/layout/VerticalCurvedList"/>
    <dgm:cxn modelId="{4DA29024-8F85-461C-9E4A-8D82B7687657}" type="presParOf" srcId="{90561C55-3C6E-4D53-85E1-2C50BCDDA392}" destId="{77C9CFEB-D671-4478-B2DD-D5EFCA0E5798}" srcOrd="7" destOrd="0" presId="urn:microsoft.com/office/officeart/2008/layout/VerticalCurvedList"/>
    <dgm:cxn modelId="{2D7C1F1A-C847-4CF5-A0B1-00527BECC916}" type="presParOf" srcId="{90561C55-3C6E-4D53-85E1-2C50BCDDA392}" destId="{5EDA061F-D9E6-40F5-99D7-5E68D11CDD7A}" srcOrd="8" destOrd="0" presId="urn:microsoft.com/office/officeart/2008/layout/VerticalCurvedList"/>
    <dgm:cxn modelId="{859D4B0A-1177-44CD-8EE0-D1F285108764}" type="presParOf" srcId="{5EDA061F-D9E6-40F5-99D7-5E68D11CDD7A}" destId="{A965097E-32F1-4AB8-8C4E-2814A7596B2F}" srcOrd="0" destOrd="0" presId="urn:microsoft.com/office/officeart/2008/layout/VerticalCurvedList"/>
    <dgm:cxn modelId="{57842987-6294-47A0-B968-8BA24D6BBBB5}" type="presParOf" srcId="{90561C55-3C6E-4D53-85E1-2C50BCDDA392}" destId="{3287F40B-537D-4DD5-831C-CE777710ED29}" srcOrd="9" destOrd="0" presId="urn:microsoft.com/office/officeart/2008/layout/VerticalCurvedList"/>
    <dgm:cxn modelId="{153EBA24-96C7-4CA9-9239-FCB4CCC23199}" type="presParOf" srcId="{90561C55-3C6E-4D53-85E1-2C50BCDDA392}" destId="{FC39B783-0957-448D-BFA4-9AA797286F1E}" srcOrd="10" destOrd="0" presId="urn:microsoft.com/office/officeart/2008/layout/VerticalCurvedList"/>
    <dgm:cxn modelId="{B8B8D619-E227-4103-BA20-E875FC9875F2}" type="presParOf" srcId="{FC39B783-0957-448D-BFA4-9AA797286F1E}" destId="{44C528F3-64B9-43B6-9052-A3DED7992324}" srcOrd="0" destOrd="0" presId="urn:microsoft.com/office/officeart/2008/layout/VerticalCurvedList"/>
    <dgm:cxn modelId="{A5B5CED3-0A98-42D5-A2F3-DD6C5780B640}" type="presParOf" srcId="{90561C55-3C6E-4D53-85E1-2C50BCDDA392}" destId="{DA3AC9A2-19EA-45FF-A839-6E9487407E52}" srcOrd="11" destOrd="0" presId="urn:microsoft.com/office/officeart/2008/layout/VerticalCurvedList"/>
    <dgm:cxn modelId="{EFB37444-93A3-414C-9278-847F37E9C62D}" type="presParOf" srcId="{90561C55-3C6E-4D53-85E1-2C50BCDDA392}" destId="{1B972C63-FEC8-4306-8C93-F143E9A9E38F}" srcOrd="12" destOrd="0" presId="urn:microsoft.com/office/officeart/2008/layout/VerticalCurvedList"/>
    <dgm:cxn modelId="{220A3FF9-6610-4A0B-A123-1752C9EA1B38}" type="presParOf" srcId="{1B972C63-FEC8-4306-8C93-F143E9A9E38F}" destId="{CF4F13B7-02FC-4893-B5DB-853B14A63F59}"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854248" cy="4515918"/>
        <a:chOff x="0" y="0"/>
        <a:chExt cx="6854248" cy="4515918"/>
      </a:xfrm>
    </dsp:grpSpPr>
    <dsp:sp modelId="{D79B43FC-100B-4A0D-A4D5-0D2D04B99064}">
      <dsp:nvSpPr>
        <dsp:cNvPr id="4" name="Block Arc 3"/>
        <dsp:cNvSpPr/>
      </dsp:nvSpPr>
      <dsp:spPr bwMode="white">
        <a:xfrm>
          <a:off x="-5055903" y="-794738"/>
          <a:ext cx="6105394" cy="6105394"/>
        </a:xfrm>
        <a:prstGeom prst="blockArc">
          <a:avLst>
            <a:gd name="adj1" fmla="val 18900000"/>
            <a:gd name="adj2" fmla="val 2700000"/>
            <a:gd name="adj3" fmla="val 296"/>
          </a:avLst>
        </a:prstGeom>
      </dsp:spPr>
      <dsp:style>
        <a:lnRef idx="1">
          <a:schemeClr val="accent2">
            <a:shade val="60000"/>
          </a:schemeClr>
        </a:lnRef>
        <a:fillRef idx="0">
          <a:schemeClr val="accent2"/>
        </a:fillRef>
        <a:effectRef idx="0">
          <a:scrgbClr r="0" g="0" b="0"/>
        </a:effectRef>
        <a:fontRef idx="minor"/>
      </dsp:style>
      <dsp:txXfrm>
        <a:off x="-5055903" y="-794738"/>
        <a:ext cx="6105394" cy="6105394"/>
      </dsp:txXfrm>
    </dsp:sp>
    <dsp:sp modelId="{58319267-C71E-43C9-94E1-827D0616C7A7}">
      <dsp:nvSpPr>
        <dsp:cNvPr id="7" name="Rectangles 6"/>
        <dsp:cNvSpPr/>
      </dsp:nvSpPr>
      <dsp:spPr bwMode="white">
        <a:xfrm>
          <a:off x="425851" y="237808"/>
          <a:ext cx="6428397"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err="1">
              <a:latin typeface="Arial" panose="020B0604020202020204" pitchFamily="34" charset="0"/>
              <a:cs typeface="Arial" panose="020B0604020202020204" pitchFamily="34" charset="0"/>
            </a:rPr>
            <a:t>Giới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thiệu</a:t>
          </a:r>
          <a:r>
            <a:rPr lang="en-US">
              <a:latin typeface="Arial" panose="020B0604020202020204" pitchFamily="34" charset="0"/>
              <a:cs typeface="Arial" panose="020B0604020202020204" pitchFamily="34" charset="0"/>
            </a:rPr>
            <a:t> nội dung bài báo</a:t>
          </a:r>
        </a:p>
      </dsp:txBody>
      <dsp:txXfrm>
        <a:off x="425851" y="237808"/>
        <a:ext cx="6428397" cy="475436"/>
      </dsp:txXfrm>
    </dsp:sp>
    <dsp:sp modelId="{07CB3071-D555-47DA-A36A-69EB91531FD8}">
      <dsp:nvSpPr>
        <dsp:cNvPr id="8" name="Oval 7"/>
        <dsp:cNvSpPr/>
      </dsp:nvSpPr>
      <dsp:spPr bwMode="white">
        <a:xfrm>
          <a:off x="128704" y="178379"/>
          <a:ext cx="594295" cy="594295"/>
        </a:xfrm>
        <a:prstGeom prst="ellipse">
          <a:avLst/>
        </a:prstGeom>
      </dsp:spPr>
      <dsp:style>
        <a:lnRef idx="1">
          <a:schemeClr val="accent2"/>
        </a:lnRef>
        <a:fillRef idx="1">
          <a:schemeClr val="lt1"/>
        </a:fillRef>
        <a:effectRef idx="0">
          <a:scrgbClr r="0" g="0" b="0"/>
        </a:effectRef>
        <a:fontRef idx="minor"/>
      </dsp:style>
      <dsp:txXfrm>
        <a:off x="128704" y="178379"/>
        <a:ext cx="594295" cy="594295"/>
      </dsp:txXfrm>
    </dsp:sp>
    <dsp:sp modelId="{371878DB-DBE1-49D2-9FFB-F7AD988A36BD}">
      <dsp:nvSpPr>
        <dsp:cNvPr id="9" name="Rectangles 8"/>
        <dsp:cNvSpPr/>
      </dsp:nvSpPr>
      <dsp:spPr bwMode="white">
        <a:xfrm>
          <a:off x="816930" y="950872"/>
          <a:ext cx="6037318"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a:latin typeface="Arial" panose="020B0604020202020204" pitchFamily="34" charset="0"/>
              <a:cs typeface="Arial" panose="020B0604020202020204" pitchFamily="34" charset="0"/>
            </a:rPr>
            <a:t>Những nghiên cứu gần đây</a:t>
          </a:r>
        </a:p>
      </dsp:txBody>
      <dsp:txXfrm>
        <a:off x="816930" y="950872"/>
        <a:ext cx="6037318" cy="475436"/>
      </dsp:txXfrm>
    </dsp:sp>
    <dsp:sp modelId="{43C121F1-D40E-4EAF-A1AD-B82D0395D8A7}">
      <dsp:nvSpPr>
        <dsp:cNvPr id="10" name="Oval 9"/>
        <dsp:cNvSpPr/>
      </dsp:nvSpPr>
      <dsp:spPr bwMode="white">
        <a:xfrm>
          <a:off x="519782" y="891442"/>
          <a:ext cx="594295" cy="594295"/>
        </a:xfrm>
        <a:prstGeom prst="ellipse">
          <a:avLst/>
        </a:prstGeom>
      </dsp:spPr>
      <dsp:style>
        <a:lnRef idx="1">
          <a:schemeClr val="accent2"/>
        </a:lnRef>
        <a:fillRef idx="1">
          <a:schemeClr val="lt1"/>
        </a:fillRef>
        <a:effectRef idx="0">
          <a:scrgbClr r="0" g="0" b="0"/>
        </a:effectRef>
        <a:fontRef idx="minor"/>
      </dsp:style>
      <dsp:txXfrm>
        <a:off x="519782" y="891442"/>
        <a:ext cx="594295" cy="594295"/>
      </dsp:txXfrm>
    </dsp:sp>
    <dsp:sp modelId="{3DB79203-2A13-446B-BA14-08AEAF7E871B}">
      <dsp:nvSpPr>
        <dsp:cNvPr id="11" name="Rectangles 10"/>
        <dsp:cNvSpPr/>
      </dsp:nvSpPr>
      <dsp:spPr bwMode="white">
        <a:xfrm>
          <a:off x="995760" y="1663935"/>
          <a:ext cx="5858488"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err="1">
              <a:latin typeface="Arial" panose="020B0604020202020204" pitchFamily="34" charset="0"/>
              <a:cs typeface="Arial" panose="020B0604020202020204" pitchFamily="34" charset="0"/>
            </a:rPr>
            <a:t>Bài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toán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Phân</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cụm</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trong</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chuỗi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thời</a:t>
          </a:r>
          <a:r>
            <a:rPr lang="en-US">
              <a:latin typeface="Arial" panose="020B0604020202020204" pitchFamily="34" charset="0"/>
              <a:cs typeface="Arial" panose="020B0604020202020204" pitchFamily="34" charset="0"/>
            </a:rPr>
            <a:t> </a:t>
          </a:r>
          <a:r>
            <a:rPr lang="en-US" err="1">
              <a:latin typeface="Arial" panose="020B0604020202020204" pitchFamily="34" charset="0"/>
              <a:cs typeface="Arial" panose="020B0604020202020204" pitchFamily="34" charset="0"/>
            </a:rPr>
            <a:t>gian</a:t>
          </a:r>
          <a:endParaRPr lang="en-US">
            <a:latin typeface="Arial" panose="020B0604020202020204" pitchFamily="34" charset="0"/>
            <a:cs typeface="Arial" panose="020B0604020202020204" pitchFamily="34" charset="0"/>
          </a:endParaRPr>
        </a:p>
      </dsp:txBody>
      <dsp:txXfrm>
        <a:off x="995760" y="1663935"/>
        <a:ext cx="5858488" cy="475436"/>
      </dsp:txXfrm>
    </dsp:sp>
    <dsp:sp modelId="{3F8116AC-FAC3-4E95-9865-93CCFEB191B9}">
      <dsp:nvSpPr>
        <dsp:cNvPr id="12" name="Oval 11"/>
        <dsp:cNvSpPr/>
      </dsp:nvSpPr>
      <dsp:spPr bwMode="white">
        <a:xfrm>
          <a:off x="698613" y="1604506"/>
          <a:ext cx="594295" cy="594295"/>
        </a:xfrm>
        <a:prstGeom prst="ellipse">
          <a:avLst/>
        </a:prstGeom>
      </dsp:spPr>
      <dsp:style>
        <a:lnRef idx="1">
          <a:schemeClr val="accent2"/>
        </a:lnRef>
        <a:fillRef idx="1">
          <a:schemeClr val="lt1"/>
        </a:fillRef>
        <a:effectRef idx="0">
          <a:scrgbClr r="0" g="0" b="0"/>
        </a:effectRef>
        <a:fontRef idx="minor"/>
      </dsp:style>
      <dsp:txXfrm>
        <a:off x="698613" y="1604506"/>
        <a:ext cx="594295" cy="594295"/>
      </dsp:txXfrm>
    </dsp:sp>
    <dsp:sp modelId="{77C9CFEB-D671-4478-B2DD-D5EFCA0E5798}">
      <dsp:nvSpPr>
        <dsp:cNvPr id="13" name="Rectangles 12"/>
        <dsp:cNvSpPr/>
      </dsp:nvSpPr>
      <dsp:spPr bwMode="white">
        <a:xfrm>
          <a:off x="995760" y="2376547"/>
          <a:ext cx="5858488"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a:latin typeface="Arial" panose="020B0604020202020204" pitchFamily="34" charset="0"/>
              <a:cs typeface="Arial" panose="020B0604020202020204" pitchFamily="34" charset="0"/>
            </a:rPr>
            <a:t>Thuật toán</a:t>
          </a:r>
        </a:p>
      </dsp:txBody>
      <dsp:txXfrm>
        <a:off x="995760" y="2376547"/>
        <a:ext cx="5858488" cy="475436"/>
      </dsp:txXfrm>
    </dsp:sp>
    <dsp:sp modelId="{A965097E-32F1-4AB8-8C4E-2814A7596B2F}">
      <dsp:nvSpPr>
        <dsp:cNvPr id="14" name="Oval 13"/>
        <dsp:cNvSpPr/>
      </dsp:nvSpPr>
      <dsp:spPr bwMode="white">
        <a:xfrm>
          <a:off x="698613" y="2317118"/>
          <a:ext cx="594295" cy="594295"/>
        </a:xfrm>
        <a:prstGeom prst="ellipse">
          <a:avLst/>
        </a:prstGeom>
      </dsp:spPr>
      <dsp:style>
        <a:lnRef idx="1">
          <a:schemeClr val="accent2"/>
        </a:lnRef>
        <a:fillRef idx="1">
          <a:schemeClr val="lt1"/>
        </a:fillRef>
        <a:effectRef idx="0">
          <a:scrgbClr r="0" g="0" b="0"/>
        </a:effectRef>
        <a:fontRef idx="minor"/>
      </dsp:style>
      <dsp:txXfrm>
        <a:off x="698613" y="2317118"/>
        <a:ext cx="594295" cy="594295"/>
      </dsp:txXfrm>
    </dsp:sp>
    <dsp:sp modelId="{3287F40B-537D-4DD5-831C-CE777710ED29}">
      <dsp:nvSpPr>
        <dsp:cNvPr id="15" name="Rectangles 14"/>
        <dsp:cNvSpPr/>
      </dsp:nvSpPr>
      <dsp:spPr bwMode="white">
        <a:xfrm>
          <a:off x="816930" y="3089610"/>
          <a:ext cx="6037318"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a:latin typeface="Arial" panose="020B0604020202020204" pitchFamily="34" charset="0"/>
              <a:cs typeface="Arial" panose="020B0604020202020204" pitchFamily="34" charset="0"/>
            </a:rPr>
            <a:t>Kết quả thực nghiệm</a:t>
          </a:r>
        </a:p>
      </dsp:txBody>
      <dsp:txXfrm>
        <a:off x="816930" y="3089610"/>
        <a:ext cx="6037318" cy="475436"/>
      </dsp:txXfrm>
    </dsp:sp>
    <dsp:sp modelId="{44C528F3-64B9-43B6-9052-A3DED7992324}">
      <dsp:nvSpPr>
        <dsp:cNvPr id="16" name="Oval 15"/>
        <dsp:cNvSpPr/>
      </dsp:nvSpPr>
      <dsp:spPr bwMode="white">
        <a:xfrm>
          <a:off x="519782" y="3030181"/>
          <a:ext cx="594295" cy="594295"/>
        </a:xfrm>
        <a:prstGeom prst="ellipse">
          <a:avLst/>
        </a:prstGeom>
      </dsp:spPr>
      <dsp:style>
        <a:lnRef idx="1">
          <a:schemeClr val="accent2"/>
        </a:lnRef>
        <a:fillRef idx="1">
          <a:schemeClr val="lt1"/>
        </a:fillRef>
        <a:effectRef idx="0">
          <a:scrgbClr r="0" g="0" b="0"/>
        </a:effectRef>
        <a:fontRef idx="minor"/>
      </dsp:style>
      <dsp:txXfrm>
        <a:off x="519782" y="3030181"/>
        <a:ext cx="594295" cy="594295"/>
      </dsp:txXfrm>
    </dsp:sp>
    <dsp:sp modelId="{DA3AC9A2-19EA-45FF-A839-6E9487407E52}">
      <dsp:nvSpPr>
        <dsp:cNvPr id="17" name="Rectangles 16"/>
        <dsp:cNvSpPr/>
      </dsp:nvSpPr>
      <dsp:spPr bwMode="white">
        <a:xfrm>
          <a:off x="425851" y="3802674"/>
          <a:ext cx="6428397" cy="475436"/>
        </a:xfrm>
        <a:prstGeom prst="rect">
          <a:avLst/>
        </a:prstGeom>
      </dsp:spPr>
      <dsp:style>
        <a:lnRef idx="0">
          <a:schemeClr val="lt1"/>
        </a:lnRef>
        <a:fillRef idx="3">
          <a:schemeClr val="accent2"/>
        </a:fillRef>
        <a:effectRef idx="2">
          <a:scrgbClr r="0" g="0" b="0"/>
        </a:effectRef>
        <a:fontRef idx="minor">
          <a:schemeClr val="lt1"/>
        </a:fontRef>
      </dsp:style>
      <dsp:txBody>
        <a:bodyPr lIns="377377" tIns="58420" rIns="58420" bIns="5842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US"/>
            <a:t>Kết luận</a:t>
          </a:r>
        </a:p>
      </dsp:txBody>
      <dsp:txXfrm>
        <a:off x="425851" y="3802674"/>
        <a:ext cx="6428397" cy="475436"/>
      </dsp:txXfrm>
    </dsp:sp>
    <dsp:sp modelId="{CF4F13B7-02FC-4893-B5DB-853B14A63F59}">
      <dsp:nvSpPr>
        <dsp:cNvPr id="18" name="Oval 17"/>
        <dsp:cNvSpPr/>
      </dsp:nvSpPr>
      <dsp:spPr bwMode="white">
        <a:xfrm>
          <a:off x="128704" y="3743244"/>
          <a:ext cx="594295" cy="594295"/>
        </a:xfrm>
        <a:prstGeom prst="ellipse">
          <a:avLst/>
        </a:prstGeom>
      </dsp:spPr>
      <dsp:style>
        <a:lnRef idx="1">
          <a:schemeClr val="accent2"/>
        </a:lnRef>
        <a:fillRef idx="1">
          <a:schemeClr val="lt1"/>
        </a:fillRef>
        <a:effectRef idx="0">
          <a:scrgbClr r="0" g="0" b="0"/>
        </a:effectRef>
        <a:fontRef idx="minor"/>
      </dsp:style>
      <dsp:txXfrm>
        <a:off x="128704" y="3743244"/>
        <a:ext cx="594295" cy="594295"/>
      </dsp:txXfrm>
    </dsp:sp>
    <dsp:sp modelId="{963B8EE3-40CC-4A0A-B420-D0BF920973CE}">
      <dsp:nvSpPr>
        <dsp:cNvPr id="3" name="Rectangles 2" hidden="1"/>
        <dsp:cNvSpPr/>
      </dsp:nvSpPr>
      <dsp:spPr>
        <a:xfrm>
          <a:off x="124648" y="94104"/>
          <a:ext cx="36000" cy="36000"/>
        </a:xfrm>
        <a:prstGeom prst="rect">
          <a:avLst/>
        </a:prstGeom>
      </dsp:spPr>
      <dsp:txXfrm>
        <a:off x="124648" y="94104"/>
        <a:ext cx="36000" cy="36000"/>
      </dsp:txXfrm>
    </dsp:sp>
    <dsp:sp modelId="{3CAD8DA1-8D53-445C-ACE8-D8449E4F0F55}">
      <dsp:nvSpPr>
        <dsp:cNvPr id="5" name="Rectangles 4" hidden="1"/>
        <dsp:cNvSpPr/>
      </dsp:nvSpPr>
      <dsp:spPr>
        <a:xfrm>
          <a:off x="1013490" y="2239959"/>
          <a:ext cx="36000" cy="36000"/>
        </a:xfrm>
        <a:prstGeom prst="rect">
          <a:avLst/>
        </a:prstGeom>
      </dsp:spPr>
      <dsp:txXfrm>
        <a:off x="1013490" y="2239959"/>
        <a:ext cx="36000" cy="36000"/>
      </dsp:txXfrm>
    </dsp:sp>
    <dsp:sp modelId="{429CABD1-4116-474B-81BF-735E2CA9DD00}">
      <dsp:nvSpPr>
        <dsp:cNvPr id="6" name="Rectangles 5" hidden="1"/>
        <dsp:cNvSpPr/>
      </dsp:nvSpPr>
      <dsp:spPr>
        <a:xfrm>
          <a:off x="124648" y="4385814"/>
          <a:ext cx="36000" cy="36000"/>
        </a:xfrm>
        <a:prstGeom prst="rect">
          <a:avLst/>
        </a:prstGeom>
      </dsp:spPr>
      <dsp:txXfrm>
        <a:off x="124648" y="4385814"/>
        <a:ext cx="36000" cy="360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vi-VN">
              <a:latin typeface="Calibri" panose="020F0502020204030204" pitchFamily="34" charset="0"/>
              <a:cs typeface="Calibri" panose="020F0502020204030204" pitchFamily="34" charset="0"/>
            </a:endParaRPr>
          </a:p>
        </p:txBody>
      </p:sp>
      <p:sp>
        <p:nvSpPr>
          <p:cNvPr id="3" name="Chỗ dành sẵn cho Ngày tháng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83D5DDB-32BE-401D-B561-F1D3236FF18B}" type="datetime1">
              <a:rPr lang="vi-VN" smtClean="0">
                <a:latin typeface="Calibri" panose="020F0502020204030204" pitchFamily="34" charset="0"/>
                <a:cs typeface="Calibri" panose="020F0502020204030204" pitchFamily="34" charset="0"/>
              </a:rPr>
            </a:fld>
            <a:endParaRPr lang="vi-VN">
              <a:latin typeface="Calibri" panose="020F0502020204030204" pitchFamily="34" charset="0"/>
              <a:cs typeface="Calibri" panose="020F0502020204030204" pitchFamily="34" charset="0"/>
            </a:endParaRPr>
          </a:p>
        </p:txBody>
      </p:sp>
      <p:sp>
        <p:nvSpPr>
          <p:cNvPr id="4" name="Chỗ dành sẵn cho Chân trang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vi-VN">
              <a:latin typeface="Calibri" panose="020F0502020204030204" pitchFamily="34" charset="0"/>
              <a:cs typeface="Calibri" panose="020F0502020204030204" pitchFamily="34" charset="0"/>
            </a:endParaRPr>
          </a:p>
        </p:txBody>
      </p:sp>
      <p:sp>
        <p:nvSpPr>
          <p:cNvPr id="5" name="Chỗ dành sẵn cho Số hiệu Bản chiế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vi-VN" smtClean="0">
                <a:latin typeface="Calibri" panose="020F0502020204030204" pitchFamily="34" charset="0"/>
                <a:cs typeface="Calibri" panose="020F0502020204030204" pitchFamily="34" charset="0"/>
              </a:rPr>
            </a:fld>
            <a:endParaRPr lang="vi-VN">
              <a:latin typeface="Calibri" panose="020F0502020204030204" pitchFamily="34" charset="0"/>
              <a:cs typeface="Calibri" panose="020F0502020204030204" pitchFamily="34" charset="0"/>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cs typeface="Calibri" panose="020F0502020204030204" pitchFamily="34" charset="0"/>
              </a:defRPr>
            </a:lvl1pPr>
          </a:lstStyle>
          <a:p>
            <a:endParaRPr lang="vi-VN" noProof="0">
              <a:latin typeface="Calibri" panose="020F0502020204030204" pitchFamily="34" charset="0"/>
              <a:cs typeface="Calibri" panose="020F0502020204030204" pitchFamily="34" charset="0"/>
            </a:endParaRPr>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cs typeface="Calibri" panose="020F0502020204030204" pitchFamily="34" charset="0"/>
              </a:defRPr>
            </a:lvl1pPr>
          </a:lstStyle>
          <a:p>
            <a:fld id="{FA3363E1-0F7B-4C4D-99C5-9A6479445DA8}" type="datetime1">
              <a:rPr lang="vi-VN" smtClean="0"/>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vi-VN" noProof="0"/>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vi-VN" noProof="0"/>
              <a:t>Bấm để chỉnh sửa kiểu văn bản Bản cái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cs typeface="Calibri" panose="020F0502020204030204" pitchFamily="34" charset="0"/>
              </a:defRPr>
            </a:lvl1pPr>
          </a:lstStyle>
          <a:p>
            <a:endParaRPr lang="vi-VN" noProof="0">
              <a:latin typeface="Calibri" panose="020F0502020204030204" pitchFamily="34" charset="0"/>
              <a:cs typeface="Calibri" panose="020F0502020204030204" pitchFamily="34" charset="0"/>
            </a:endParaRPr>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cs typeface="Calibri" panose="020F0502020204030204" pitchFamily="34" charset="0"/>
              </a:defRPr>
            </a:lvl1pPr>
          </a:lstStyle>
          <a:p>
            <a:fld id="{C6B3AB32-59DF-41F1-9618-EDFBF5049629}" type="slidenum">
              <a:rPr lang="vi-VN" noProof="0" smtClean="0"/>
            </a:fld>
            <a:endParaRPr lang="vi-VN" noProof="0">
              <a:latin typeface="Calibri" panose="020F0502020204030204" pitchFamily="34" charset="0"/>
              <a:cs typeface="Calibri" panose="020F0502020204030204" pitchFamily="34" charset="0"/>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200" kern="1200">
        <a:solidFill>
          <a:schemeClr val="tx1"/>
        </a:solidFill>
        <a:latin typeface="Calibri" panose="020F0502020204030204" pitchFamily="34" charset="0"/>
        <a:ea typeface="+mn-ea"/>
        <a:cs typeface="Calibri" panose="020F0502020204030204" pitchFamily="34" charset="0"/>
      </a:defRPr>
    </a:lvl2pPr>
    <a:lvl3pPr marL="914400" algn="l" defTabSz="914400" rtl="0" eaLnBrk="1" latinLnBrk="0" hangingPunct="1">
      <a:defRPr sz="1200" kern="1200">
        <a:solidFill>
          <a:schemeClr val="tx1"/>
        </a:solidFill>
        <a:latin typeface="Calibri" panose="020F0502020204030204" pitchFamily="34" charset="0"/>
        <a:ea typeface="+mn-ea"/>
        <a:cs typeface="Calibri" panose="020F0502020204030204" pitchFamily="34" charset="0"/>
      </a:defRPr>
    </a:lvl3pPr>
    <a:lvl4pPr marL="1371600" algn="l" defTabSz="914400" rtl="0" eaLnBrk="1" latinLnBrk="0" hangingPunct="1">
      <a:defRPr sz="1200" kern="1200">
        <a:solidFill>
          <a:schemeClr val="tx1"/>
        </a:solidFill>
        <a:latin typeface="Calibri" panose="020F0502020204030204" pitchFamily="34" charset="0"/>
        <a:ea typeface="+mn-ea"/>
        <a:cs typeface="Calibri" panose="020F0502020204030204" pitchFamily="34" charset="0"/>
      </a:defRPr>
    </a:lvl4pPr>
    <a:lvl5pPr marL="1828800" algn="l" defTabSz="914400" rtl="0" eaLnBrk="1" latinLnBrk="0" hangingPunct="1">
      <a:defRPr sz="1200"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p>
            <a:pPr rtl="0"/>
            <a:endParaRPr lang="vi-VN" noProof="0"/>
          </a:p>
        </p:txBody>
      </p:sp>
      <p:sp>
        <p:nvSpPr>
          <p:cNvPr id="4" name="Chỗ dành sẵn cho Số hiệu Bản chiếu 3"/>
          <p:cNvSpPr>
            <a:spLocks noGrp="1"/>
          </p:cNvSpPr>
          <p:nvPr>
            <p:ph type="sldNum" sz="quarter" idx="5"/>
          </p:nvPr>
        </p:nvSpPr>
        <p:spPr/>
        <p:txBody>
          <a:bodyPr rtlCol="0"/>
          <a:lstStyle/>
          <a:p>
            <a:pPr rtl="0"/>
            <a:fld id="{C6B3AB32-59DF-41F1-9618-EDFBF5049629}" type="slidenum">
              <a:rPr lang="vi-VN" smtClean="0"/>
            </a:fld>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spcBef>
                <a:spcPts val="0"/>
              </a:spcBef>
              <a:spcAft>
                <a:spcPts val="0"/>
              </a:spcAft>
              <a:buFontTx/>
              <a:buChar char="-"/>
            </a:pPr>
            <a:endParaRPr lang="vi-VN" baseline="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CD3F15BC-4AA1-41C4-8C26-91A7E3BB93DC}" type="slidenum">
              <a:rPr lang="en-US" smtClean="0"/>
            </a:fld>
            <a:endParaRPr lang="en-US"/>
          </a:p>
        </p:txBody>
      </p:sp>
      <p:sp>
        <p:nvSpPr>
          <p:cNvPr id="5" name="Footer Placeholder 4"/>
          <p:cNvSpPr>
            <a:spLocks noGrp="1"/>
          </p:cNvSpPr>
          <p:nvPr>
            <p:ph type="ftr" sz="quarter" idx="10"/>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CD3F15BC-4AA1-41C4-8C26-91A7E3BB93DC}"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vi-VN" altLang="en-US"/>
              <a:t>ấdasddddddddddddddddddddddddd</a:t>
            </a:r>
            <a:r>
              <a:rPr lang="vi-VN" altLang="en-US"/>
              <a:t>áddddddddddddddddddddddddddddddddddddddddddddddddddddddddd</a:t>
            </a:r>
            <a:endParaRPr lang="vi-VN" altLang="en-US"/>
          </a:p>
        </p:txBody>
      </p:sp>
      <p:sp>
        <p:nvSpPr>
          <p:cNvPr id="4" name="Slide Number Placeholder 3"/>
          <p:cNvSpPr>
            <a:spLocks noGrp="1"/>
          </p:cNvSpPr>
          <p:nvPr>
            <p:ph type="sldNum" sz="quarter" idx="5"/>
          </p:nvPr>
        </p:nvSpPr>
        <p:spPr/>
        <p:txBody>
          <a:bodyPr/>
          <a:p>
            <a:fld id="{C6B3AB32-59DF-41F1-9618-EDFBF5049629}" type="slidenum">
              <a:rPr lang="vi-VN" noProof="0" smtClean="0"/>
            </a:fld>
            <a:endParaRPr lang="vi-VN" noProof="0">
              <a:latin typeface="Calibri" panose="020F0502020204030204" pitchFamily="34" charset="0"/>
              <a:cs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noProof="0"/>
          </a:p>
        </p:txBody>
      </p:sp>
      <p:sp>
        <p:nvSpPr>
          <p:cNvPr id="4" name="Chỗ dành sẵn cho Số hiệu Bản chiếu 3"/>
          <p:cNvSpPr>
            <a:spLocks noGrp="1"/>
          </p:cNvSpPr>
          <p:nvPr>
            <p:ph type="sldNum" sz="quarter" idx="5"/>
          </p:nvPr>
        </p:nvSpPr>
        <p:spPr/>
        <p:txBody>
          <a:bodyPr/>
          <a:lstStyle/>
          <a:p>
            <a:fld id="{C6B3AB32-59DF-41F1-9618-EDFBF5049629}" type="slidenum">
              <a:rPr lang="vi-VN" smtClean="0"/>
            </a:fld>
            <a:endParaRPr lang="vi-VN">
              <a:latin typeface="Calibri" panose="020F0502020204030204" pitchFamily="34" charset="0"/>
              <a:cs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rtlCol="0"/>
          <a:lstStyle/>
          <a:p>
            <a:pPr rtl="0"/>
            <a:endParaRPr lang="vi-VN" noProof="0"/>
          </a:p>
        </p:txBody>
      </p:sp>
      <p:sp>
        <p:nvSpPr>
          <p:cNvPr id="4" name="Chỗ dành sẵn cho Số hiệu Bản chiếu 3"/>
          <p:cNvSpPr>
            <a:spLocks noGrp="1"/>
          </p:cNvSpPr>
          <p:nvPr>
            <p:ph type="sldNum" sz="quarter" idx="5"/>
          </p:nvPr>
        </p:nvSpPr>
        <p:spPr/>
        <p:txBody>
          <a:bodyPr rtlCol="0"/>
          <a:lstStyle/>
          <a:p>
            <a:pPr rtl="0"/>
            <a:fld id="{C6B3AB32-59DF-41F1-9618-EDFBF5049629}" type="slidenum">
              <a:rPr lang="vi-VN" smtClean="0"/>
            </a:fld>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rang chiếu Tiêu đề">
    <p:spTree>
      <p:nvGrpSpPr>
        <p:cNvPr id="1" name=""/>
        <p:cNvGrpSpPr/>
        <p:nvPr/>
      </p:nvGrpSpPr>
      <p:grpSpPr>
        <a:xfrm>
          <a:off x="0" y="0"/>
          <a:ext cx="0" cy="0"/>
          <a:chOff x="0" y="0"/>
          <a:chExt cx="0" cy="0"/>
        </a:xfrm>
      </p:grpSpPr>
      <p:sp>
        <p:nvSpPr>
          <p:cNvPr id="7" name="Hình chữ nhật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vi-VN" noProof="0"/>
              <a:t>Bấm để chỉnh sửa kiểu tiêu đề Bản cái</a:t>
            </a:r>
            <a:endParaRPr lang="vi-VN" noProof="0"/>
          </a:p>
        </p:txBody>
      </p:sp>
      <p:sp>
        <p:nvSpPr>
          <p:cNvPr id="3" name="Tiêu đề phụ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vi-VN" noProof="0"/>
              <a:t>Bấm để chỉnh sửa kiểu phụ đề của Bản cái</a:t>
            </a:r>
            <a:endParaRPr lang="vi-VN" noProof="0"/>
          </a:p>
        </p:txBody>
      </p:sp>
      <p:sp>
        <p:nvSpPr>
          <p:cNvPr id="4" name="Chỗ dành sẵn cho Ngày tháng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34B9E3BC-ED0D-4BA9-AEB1-A9B8925BE429}" type="datetime1">
              <a:rPr lang="vi-VN" noProof="0" smtClean="0"/>
            </a:fld>
            <a:endParaRPr lang="vi-VN" noProof="0"/>
          </a:p>
        </p:txBody>
      </p:sp>
      <p:sp>
        <p:nvSpPr>
          <p:cNvPr id="5" name="Chỗ dành sẵn cho Chân trang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vi-VN" noProof="0"/>
          </a:p>
        </p:txBody>
      </p:sp>
      <p:sp>
        <p:nvSpPr>
          <p:cNvPr id="6" name="Chỗ dành sẵn cho Số hiệu Bản chiếu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vi-VN" noProof="0" smtClean="0"/>
            </a:fld>
            <a:endParaRPr lang="vi-VN"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ề và Nội dung">
    <p:spTree>
      <p:nvGrpSpPr>
        <p:cNvPr id="1" name=""/>
        <p:cNvGrpSpPr/>
        <p:nvPr/>
      </p:nvGrpSpPr>
      <p:grpSpPr>
        <a:xfrm>
          <a:off x="0" y="0"/>
          <a:ext cx="0" cy="0"/>
          <a:chOff x="0" y="0"/>
          <a:chExt cx="0" cy="0"/>
        </a:xfrm>
      </p:grpSpPr>
      <p:sp>
        <p:nvSpPr>
          <p:cNvPr id="7" name="Hình chữ nhật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hasCustomPrompt="1"/>
          </p:nvPr>
        </p:nvSpPr>
        <p:spPr>
          <a:xfrm>
            <a:off x="581192" y="702156"/>
            <a:ext cx="11029616" cy="1013800"/>
          </a:xfrm>
        </p:spPr>
        <p:txBody>
          <a:bodyPr rtlCol="0"/>
          <a:lstStyle/>
          <a:p>
            <a:pPr rtl="0"/>
            <a:r>
              <a:rPr lang="vi-VN" noProof="0"/>
              <a:t>Bấm để chỉnh sửa kiểu tiêu đề Bản cái</a:t>
            </a:r>
            <a:endParaRPr lang="vi-VN" noProof="0"/>
          </a:p>
        </p:txBody>
      </p:sp>
      <p:sp>
        <p:nvSpPr>
          <p:cNvPr id="3" name="Chỗ dành sẵn cho Nội dung 2"/>
          <p:cNvSpPr>
            <a:spLocks noGrp="1"/>
          </p:cNvSpPr>
          <p:nvPr>
            <p:ph idx="1" hasCustomPrompt="1"/>
          </p:nvPr>
        </p:nvSpPr>
        <p:spPr>
          <a:xfrm>
            <a:off x="581192" y="2180496"/>
            <a:ext cx="11029615" cy="3678303"/>
          </a:xfrm>
        </p:spPr>
        <p:txBody>
          <a:bodyPr rtlCol="0"/>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Ngày tháng 3"/>
          <p:cNvSpPr>
            <a:spLocks noGrp="1"/>
          </p:cNvSpPr>
          <p:nvPr>
            <p:ph type="dt" sz="half" idx="10"/>
          </p:nvPr>
        </p:nvSpPr>
        <p:spPr/>
        <p:txBody>
          <a:bodyPr rtlCol="0"/>
          <a:lstStyle/>
          <a:p>
            <a:pPr rtl="0"/>
            <a:fld id="{F6EB069D-2715-4542-8A49-993385B8F0E8}" type="datetime1">
              <a:rPr lang="vi-VN" noProof="0" smtClean="0"/>
            </a:fld>
            <a:endParaRPr lang="vi-VN" noProof="0"/>
          </a:p>
        </p:txBody>
      </p:sp>
      <p:sp>
        <p:nvSpPr>
          <p:cNvPr id="5" name="Chỗ dành sẵn cho Chân trang 4"/>
          <p:cNvSpPr>
            <a:spLocks noGrp="1"/>
          </p:cNvSpPr>
          <p:nvPr>
            <p:ph type="ftr" sz="quarter" idx="11"/>
          </p:nvPr>
        </p:nvSpPr>
        <p:spPr/>
        <p:txBody>
          <a:bodyPr rtlCol="0"/>
          <a:lstStyle/>
          <a:p>
            <a:pPr rtl="0"/>
            <a:endParaRPr lang="vi-VN" noProof="0"/>
          </a:p>
        </p:txBody>
      </p:sp>
      <p:sp>
        <p:nvSpPr>
          <p:cNvPr id="6" name="Chỗ dành sẵn cho Số hiệu Bản chiếu 5"/>
          <p:cNvSpPr>
            <a:spLocks noGrp="1"/>
          </p:cNvSpPr>
          <p:nvPr>
            <p:ph type="sldNum" sz="quarter" idx="12"/>
          </p:nvPr>
        </p:nvSpPr>
        <p:spPr>
          <a:xfrm>
            <a:off x="10558300" y="5956137"/>
            <a:ext cx="1052508" cy="365125"/>
          </a:xfrm>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êu đề mục">
    <p:spTree>
      <p:nvGrpSpPr>
        <p:cNvPr id="1" name=""/>
        <p:cNvGrpSpPr/>
        <p:nvPr/>
      </p:nvGrpSpPr>
      <p:grpSpPr>
        <a:xfrm>
          <a:off x="0" y="0"/>
          <a:ext cx="0" cy="0"/>
          <a:chOff x="0" y="0"/>
          <a:chExt cx="0" cy="0"/>
        </a:xfrm>
      </p:grpSpPr>
      <p:sp>
        <p:nvSpPr>
          <p:cNvPr id="8" name="Hình chữ nhật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vi-VN" noProof="0"/>
              <a:t>Bấm để chỉnh sửa kiểu tiêu đề Bản cái</a:t>
            </a:r>
            <a:endParaRPr lang="vi-VN" noProof="0"/>
          </a:p>
        </p:txBody>
      </p:sp>
      <p:sp>
        <p:nvSpPr>
          <p:cNvPr id="3" name="Chỗ dành sẵn cho Văn bản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vi-VN" noProof="0"/>
              <a:t>Chỉnh sửa kiểu văn bản Bản cái</a:t>
            </a:r>
            <a:endParaRPr lang="vi-VN" noProof="0"/>
          </a:p>
        </p:txBody>
      </p:sp>
      <p:sp>
        <p:nvSpPr>
          <p:cNvPr id="4" name="Chỗ dành sẵn cho Ngày tháng 3"/>
          <p:cNvSpPr>
            <a:spLocks noGrp="1"/>
          </p:cNvSpPr>
          <p:nvPr>
            <p:ph type="dt" sz="half" idx="10"/>
          </p:nvPr>
        </p:nvSpPr>
        <p:spPr/>
        <p:txBody>
          <a:bodyPr rtlCol="0"/>
          <a:lstStyle>
            <a:lvl1pPr>
              <a:defRPr>
                <a:solidFill>
                  <a:schemeClr val="accent1">
                    <a:lumMod val="75000"/>
                    <a:lumOff val="25000"/>
                  </a:schemeClr>
                </a:solidFill>
              </a:defRPr>
            </a:lvl1pPr>
          </a:lstStyle>
          <a:p>
            <a:pPr rtl="0"/>
            <a:fld id="{5A4E7A8D-291B-46AD-875C-7E150E9B6F65}" type="datetime1">
              <a:rPr lang="vi-VN" noProof="0" smtClean="0"/>
            </a:fld>
            <a:endParaRPr lang="vi-VN" noProof="0"/>
          </a:p>
        </p:txBody>
      </p:sp>
      <p:sp>
        <p:nvSpPr>
          <p:cNvPr id="5" name="Chỗ dành sẵn cho Chân trang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vi-VN" noProof="0"/>
          </a:p>
        </p:txBody>
      </p:sp>
      <p:sp>
        <p:nvSpPr>
          <p:cNvPr id="6" name="Chỗ dành sẵn cho Số hiệu Bản chiếu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vi-VN" noProof="0" smtClean="0"/>
            </a:fld>
            <a:endParaRPr lang="vi-VN" noProof="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ội dung">
    <p:spTree>
      <p:nvGrpSpPr>
        <p:cNvPr id="1" name=""/>
        <p:cNvGrpSpPr/>
        <p:nvPr/>
      </p:nvGrpSpPr>
      <p:grpSpPr>
        <a:xfrm>
          <a:off x="0" y="0"/>
          <a:ext cx="0" cy="0"/>
          <a:chOff x="0" y="0"/>
          <a:chExt cx="0" cy="0"/>
        </a:xfrm>
      </p:grpSpPr>
      <p:sp>
        <p:nvSpPr>
          <p:cNvPr id="8" name="Hình chữ nhật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hasCustomPrompt="1"/>
          </p:nvPr>
        </p:nvSpPr>
        <p:spPr>
          <a:xfrm>
            <a:off x="581193" y="729658"/>
            <a:ext cx="11029616" cy="988332"/>
          </a:xfrm>
        </p:spPr>
        <p:txBody>
          <a:bodyPr rtlCol="0"/>
          <a:lstStyle/>
          <a:p>
            <a:pPr rtl="0"/>
            <a:r>
              <a:rPr lang="vi-VN" noProof="0"/>
              <a:t>Bấm để chỉnh sửa kiểu tiêu đề Bản cái</a:t>
            </a:r>
            <a:endParaRPr lang="vi-VN" noProof="0"/>
          </a:p>
        </p:txBody>
      </p:sp>
      <p:sp>
        <p:nvSpPr>
          <p:cNvPr id="3" name="Chỗ dành sẵn cho Nội dung 2"/>
          <p:cNvSpPr>
            <a:spLocks noGrp="1"/>
          </p:cNvSpPr>
          <p:nvPr>
            <p:ph sz="half" idx="1" hasCustomPrompt="1"/>
          </p:nvPr>
        </p:nvSpPr>
        <p:spPr>
          <a:xfrm>
            <a:off x="581193" y="2228003"/>
            <a:ext cx="5422390" cy="3633047"/>
          </a:xfrm>
        </p:spPr>
        <p:txBody>
          <a:bodyPr rtlCol="0">
            <a:normAutofit/>
          </a:body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Nội dung 3"/>
          <p:cNvSpPr>
            <a:spLocks noGrp="1"/>
          </p:cNvSpPr>
          <p:nvPr>
            <p:ph sz="half" idx="2" hasCustomPrompt="1"/>
          </p:nvPr>
        </p:nvSpPr>
        <p:spPr>
          <a:xfrm>
            <a:off x="6188417" y="2228003"/>
            <a:ext cx="5422392" cy="3633047"/>
          </a:xfrm>
        </p:spPr>
        <p:txBody>
          <a:bodyPr rtlCol="0">
            <a:normAutofit/>
          </a:body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5" name="Chỗ dành sẵn cho Ngày tháng 4"/>
          <p:cNvSpPr>
            <a:spLocks noGrp="1"/>
          </p:cNvSpPr>
          <p:nvPr>
            <p:ph type="dt" sz="half" idx="10"/>
          </p:nvPr>
        </p:nvSpPr>
        <p:spPr/>
        <p:txBody>
          <a:bodyPr rtlCol="0"/>
          <a:lstStyle/>
          <a:p>
            <a:pPr rtl="0"/>
            <a:fld id="{F7DE7B39-9663-4215-8E22-9EB2F8A9A7E4}" type="datetime1">
              <a:rPr lang="vi-VN" noProof="0" smtClean="0"/>
            </a:fld>
            <a:endParaRPr lang="vi-VN" noProof="0"/>
          </a:p>
        </p:txBody>
      </p:sp>
      <p:sp>
        <p:nvSpPr>
          <p:cNvPr id="6" name="Chỗ dành sẵn cho Chân trang 5"/>
          <p:cNvSpPr>
            <a:spLocks noGrp="1"/>
          </p:cNvSpPr>
          <p:nvPr>
            <p:ph type="ftr" sz="quarter" idx="11"/>
          </p:nvPr>
        </p:nvSpPr>
        <p:spPr/>
        <p:txBody>
          <a:bodyPr rtlCol="0"/>
          <a:lstStyle/>
          <a:p>
            <a:pPr rtl="0"/>
            <a:endParaRPr lang="vi-VN" noProof="0"/>
          </a:p>
        </p:txBody>
      </p:sp>
      <p:sp>
        <p:nvSpPr>
          <p:cNvPr id="7" name="Chỗ dành sẵn cho Số hiệu Bản chiếu 6"/>
          <p:cNvSpPr>
            <a:spLocks noGrp="1"/>
          </p:cNvSpPr>
          <p:nvPr>
            <p:ph type="sldNum" sz="quarter" idx="12"/>
          </p:nvPr>
        </p:nvSpPr>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o sánh">
    <p:spTree>
      <p:nvGrpSpPr>
        <p:cNvPr id="1" name=""/>
        <p:cNvGrpSpPr/>
        <p:nvPr/>
      </p:nvGrpSpPr>
      <p:grpSpPr>
        <a:xfrm>
          <a:off x="0" y="0"/>
          <a:ext cx="0" cy="0"/>
          <a:chOff x="0" y="0"/>
          <a:chExt cx="0" cy="0"/>
        </a:xfrm>
      </p:grpSpPr>
      <p:sp>
        <p:nvSpPr>
          <p:cNvPr id="11" name="Hình chữ nhật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êu đề 1"/>
          <p:cNvSpPr>
            <a:spLocks noGrp="1"/>
          </p:cNvSpPr>
          <p:nvPr>
            <p:ph type="title" hasCustomPrompt="1"/>
          </p:nvPr>
        </p:nvSpPr>
        <p:spPr>
          <a:xfrm>
            <a:off x="581193" y="729658"/>
            <a:ext cx="11029616" cy="988332"/>
          </a:xfrm>
        </p:spPr>
        <p:txBody>
          <a:bodyPr rtlCol="0"/>
          <a:lstStyle/>
          <a:p>
            <a:pPr rtl="0"/>
            <a:r>
              <a:rPr lang="vi-VN" noProof="0"/>
              <a:t>Bấm để chỉnh sửa kiểu tiêu đề Bản cái</a:t>
            </a:r>
            <a:endParaRPr lang="vi-VN" noProof="0"/>
          </a:p>
        </p:txBody>
      </p:sp>
      <p:sp>
        <p:nvSpPr>
          <p:cNvPr id="3" name="Chỗ dành sẵn cho Văn bản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vi-VN" noProof="0"/>
              <a:t>Chỉnh sửa kiểu văn bản Bản cái</a:t>
            </a:r>
            <a:endParaRPr lang="vi-VN" noProof="0"/>
          </a:p>
        </p:txBody>
      </p:sp>
      <p:sp>
        <p:nvSpPr>
          <p:cNvPr id="4" name="Chỗ dành sẵn cho Nội dung 3"/>
          <p:cNvSpPr>
            <a:spLocks noGrp="1"/>
          </p:cNvSpPr>
          <p:nvPr>
            <p:ph sz="half" idx="2" hasCustomPrompt="1"/>
          </p:nvPr>
        </p:nvSpPr>
        <p:spPr>
          <a:xfrm>
            <a:off x="581194" y="2926052"/>
            <a:ext cx="5393100" cy="2934999"/>
          </a:xfrm>
        </p:spPr>
        <p:txBody>
          <a:bodyPr rtlCol="0" anchor="t">
            <a:normAutofit/>
          </a:body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5" name="Chỗ dành sẵn cho Văn bản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vi-VN" noProof="0"/>
              <a:t>Chỉnh sửa kiểu văn bản Bản cái</a:t>
            </a:r>
            <a:endParaRPr lang="vi-VN" noProof="0"/>
          </a:p>
        </p:txBody>
      </p:sp>
      <p:sp>
        <p:nvSpPr>
          <p:cNvPr id="6" name="Chỗ dành sẵn cho Nội dung 5"/>
          <p:cNvSpPr>
            <a:spLocks noGrp="1"/>
          </p:cNvSpPr>
          <p:nvPr>
            <p:ph sz="quarter" idx="4" hasCustomPrompt="1"/>
          </p:nvPr>
        </p:nvSpPr>
        <p:spPr>
          <a:xfrm>
            <a:off x="6217709" y="2926052"/>
            <a:ext cx="5393100" cy="2934999"/>
          </a:xfrm>
        </p:spPr>
        <p:txBody>
          <a:bodyPr rtlCol="0" anchor="t">
            <a:normAutofit/>
          </a:body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7" name="Chỗ dành sẵn cho Ngày tháng 6"/>
          <p:cNvSpPr>
            <a:spLocks noGrp="1"/>
          </p:cNvSpPr>
          <p:nvPr>
            <p:ph type="dt" sz="half" idx="10"/>
          </p:nvPr>
        </p:nvSpPr>
        <p:spPr/>
        <p:txBody>
          <a:bodyPr rtlCol="0"/>
          <a:lstStyle/>
          <a:p>
            <a:pPr rtl="0"/>
            <a:fld id="{15B90030-423F-4A8E-BB9A-8F2BD70834FB}" type="datetime1">
              <a:rPr lang="vi-VN" noProof="0" smtClean="0"/>
            </a:fld>
            <a:endParaRPr lang="vi-VN" noProof="0"/>
          </a:p>
        </p:txBody>
      </p:sp>
      <p:sp>
        <p:nvSpPr>
          <p:cNvPr id="8" name="Chỗ dành sẵn cho Chân trang 7"/>
          <p:cNvSpPr>
            <a:spLocks noGrp="1"/>
          </p:cNvSpPr>
          <p:nvPr>
            <p:ph type="ftr" sz="quarter" idx="11"/>
          </p:nvPr>
        </p:nvSpPr>
        <p:spPr/>
        <p:txBody>
          <a:bodyPr rtlCol="0"/>
          <a:lstStyle/>
          <a:p>
            <a:pPr rtl="0"/>
            <a:endParaRPr lang="vi-VN" noProof="0"/>
          </a:p>
        </p:txBody>
      </p:sp>
      <p:sp>
        <p:nvSpPr>
          <p:cNvPr id="9" name="Chỗ dành sẵn cho Số hiệu Bản chiếu 8"/>
          <p:cNvSpPr>
            <a:spLocks noGrp="1"/>
          </p:cNvSpPr>
          <p:nvPr>
            <p:ph type="sldNum" sz="quarter" idx="12"/>
          </p:nvPr>
        </p:nvSpPr>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ỉ Tiêu đề">
    <p:spTree>
      <p:nvGrpSpPr>
        <p:cNvPr id="1" name=""/>
        <p:cNvGrpSpPr/>
        <p:nvPr/>
      </p:nvGrpSpPr>
      <p:grpSpPr>
        <a:xfrm>
          <a:off x="0" y="0"/>
          <a:ext cx="0" cy="0"/>
          <a:chOff x="0" y="0"/>
          <a:chExt cx="0" cy="0"/>
        </a:xfrm>
      </p:grpSpPr>
      <p:sp>
        <p:nvSpPr>
          <p:cNvPr id="3" name="Chỗ dành sẵn cho Ngày tháng 2"/>
          <p:cNvSpPr>
            <a:spLocks noGrp="1"/>
          </p:cNvSpPr>
          <p:nvPr>
            <p:ph type="dt" sz="half" idx="10"/>
          </p:nvPr>
        </p:nvSpPr>
        <p:spPr/>
        <p:txBody>
          <a:bodyPr rtlCol="0"/>
          <a:lstStyle/>
          <a:p>
            <a:pPr rtl="0"/>
            <a:fld id="{73CB1802-4200-4161-95D3-BAD01DE2F912}" type="datetime1">
              <a:rPr lang="vi-VN" noProof="0" smtClean="0"/>
            </a:fld>
            <a:endParaRPr lang="vi-VN" noProof="0"/>
          </a:p>
        </p:txBody>
      </p:sp>
      <p:sp>
        <p:nvSpPr>
          <p:cNvPr id="4" name="Chỗ dành sẵn cho Chân trang 3"/>
          <p:cNvSpPr>
            <a:spLocks noGrp="1"/>
          </p:cNvSpPr>
          <p:nvPr>
            <p:ph type="ftr" sz="quarter" idx="11"/>
          </p:nvPr>
        </p:nvSpPr>
        <p:spPr/>
        <p:txBody>
          <a:bodyPr rtlCol="0"/>
          <a:lstStyle/>
          <a:p>
            <a:pPr rtl="0"/>
            <a:endParaRPr lang="vi-VN" noProof="0"/>
          </a:p>
        </p:txBody>
      </p:sp>
      <p:sp>
        <p:nvSpPr>
          <p:cNvPr id="5" name="Chỗ dành sẵn cho Số hiệu Bản chiếu 4"/>
          <p:cNvSpPr>
            <a:spLocks noGrp="1"/>
          </p:cNvSpPr>
          <p:nvPr>
            <p:ph type="sldNum" sz="quarter" idx="12"/>
          </p:nvPr>
        </p:nvSpPr>
        <p:spPr/>
        <p:txBody>
          <a:bodyPr rtlCol="0"/>
          <a:lstStyle/>
          <a:p>
            <a:pPr rtl="0"/>
            <a:fld id="{D57F1E4F-1CFF-5643-939E-217C01CDF565}" type="slidenum">
              <a:rPr lang="vi-VN" noProof="0" smtClean="0"/>
            </a:fld>
            <a:endParaRPr lang="vi-VN" noProof="0"/>
          </a:p>
        </p:txBody>
      </p:sp>
      <p:sp>
        <p:nvSpPr>
          <p:cNvPr id="7" name="Hình chữ nhật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êu đề 1"/>
          <p:cNvSpPr>
            <a:spLocks noGrp="1"/>
          </p:cNvSpPr>
          <p:nvPr>
            <p:ph type="title" hasCustomPrompt="1"/>
          </p:nvPr>
        </p:nvSpPr>
        <p:spPr>
          <a:xfrm>
            <a:off x="575894" y="729658"/>
            <a:ext cx="11029616" cy="988332"/>
          </a:xfrm>
        </p:spPr>
        <p:txBody>
          <a:bodyPr rtlCol="0"/>
          <a:lstStyle/>
          <a:p>
            <a:pPr rtl="0"/>
            <a:r>
              <a:rPr lang="vi-VN" noProof="0"/>
              <a:t>Bấm để chỉnh sửa kiểu tiêu đề Bản cái</a:t>
            </a:r>
            <a:endParaRPr lang="vi-VN"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ống">
    <p:spTree>
      <p:nvGrpSpPr>
        <p:cNvPr id="1" name=""/>
        <p:cNvGrpSpPr/>
        <p:nvPr/>
      </p:nvGrpSpPr>
      <p:grpSpPr>
        <a:xfrm>
          <a:off x="0" y="0"/>
          <a:ext cx="0" cy="0"/>
          <a:chOff x="0" y="0"/>
          <a:chExt cx="0" cy="0"/>
        </a:xfrm>
      </p:grpSpPr>
      <p:sp>
        <p:nvSpPr>
          <p:cNvPr id="2" name="Chỗ dành sẵn cho Ngày tháng 1"/>
          <p:cNvSpPr>
            <a:spLocks noGrp="1"/>
          </p:cNvSpPr>
          <p:nvPr>
            <p:ph type="dt" sz="half" idx="10"/>
          </p:nvPr>
        </p:nvSpPr>
        <p:spPr/>
        <p:txBody>
          <a:bodyPr rtlCol="0"/>
          <a:lstStyle/>
          <a:p>
            <a:pPr rtl="0"/>
            <a:fld id="{02286B81-064E-4C4B-83D8-6492BB121D54}" type="datetime1">
              <a:rPr lang="vi-VN" noProof="0" smtClean="0"/>
            </a:fld>
            <a:endParaRPr lang="vi-VN" noProof="0"/>
          </a:p>
        </p:txBody>
      </p:sp>
      <p:sp>
        <p:nvSpPr>
          <p:cNvPr id="3" name="Chỗ dành sẵn cho Chân trang 2"/>
          <p:cNvSpPr>
            <a:spLocks noGrp="1"/>
          </p:cNvSpPr>
          <p:nvPr>
            <p:ph type="ftr" sz="quarter" idx="11"/>
          </p:nvPr>
        </p:nvSpPr>
        <p:spPr/>
        <p:txBody>
          <a:bodyPr rtlCol="0"/>
          <a:lstStyle/>
          <a:p>
            <a:pPr rtl="0"/>
            <a:endParaRPr lang="vi-VN" noProof="0"/>
          </a:p>
        </p:txBody>
      </p:sp>
      <p:sp>
        <p:nvSpPr>
          <p:cNvPr id="4" name="Chỗ dành sẵn cho Số hiệu Bản chiếu 3"/>
          <p:cNvSpPr>
            <a:spLocks noGrp="1"/>
          </p:cNvSpPr>
          <p:nvPr>
            <p:ph type="sldNum" sz="quarter" idx="12"/>
          </p:nvPr>
        </p:nvSpPr>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ội dung có Chú thích">
    <p:spTree>
      <p:nvGrpSpPr>
        <p:cNvPr id="1" name=""/>
        <p:cNvGrpSpPr/>
        <p:nvPr/>
      </p:nvGrpSpPr>
      <p:grpSpPr>
        <a:xfrm>
          <a:off x="0" y="0"/>
          <a:ext cx="0" cy="0"/>
          <a:chOff x="0" y="0"/>
          <a:chExt cx="0" cy="0"/>
        </a:xfrm>
      </p:grpSpPr>
      <p:sp>
        <p:nvSpPr>
          <p:cNvPr id="9" name="Hình chữ nhật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vi-VN" noProof="0"/>
              <a:t>Bấm để chỉnh sửa kiểu tiêu đề Bản cái</a:t>
            </a:r>
            <a:endParaRPr lang="vi-VN" noProof="0"/>
          </a:p>
        </p:txBody>
      </p:sp>
      <p:sp>
        <p:nvSpPr>
          <p:cNvPr id="3" name="Chỗ dành sẵn cho Nội dung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Văn bản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vi-VN" noProof="0"/>
              <a:t>Chỉnh sửa kiểu văn bản Bản cái</a:t>
            </a:r>
            <a:endParaRPr lang="vi-VN" noProof="0"/>
          </a:p>
        </p:txBody>
      </p:sp>
      <p:sp>
        <p:nvSpPr>
          <p:cNvPr id="5" name="Chỗ dành sẵn cho Ngày tháng 4"/>
          <p:cNvSpPr>
            <a:spLocks noGrp="1"/>
          </p:cNvSpPr>
          <p:nvPr>
            <p:ph type="dt" sz="half" idx="10"/>
          </p:nvPr>
        </p:nvSpPr>
        <p:spPr/>
        <p:txBody>
          <a:bodyPr rtlCol="0"/>
          <a:lstStyle>
            <a:lvl1pPr>
              <a:defRPr>
                <a:solidFill>
                  <a:schemeClr val="accent1">
                    <a:lumMod val="75000"/>
                    <a:lumOff val="25000"/>
                  </a:schemeClr>
                </a:solidFill>
              </a:defRPr>
            </a:lvl1pPr>
          </a:lstStyle>
          <a:p>
            <a:pPr rtl="0"/>
            <a:fld id="{0598D4E1-2DB6-47B1-87E2-4CE942FCC366}" type="datetime1">
              <a:rPr lang="vi-VN" noProof="0" smtClean="0"/>
            </a:fld>
            <a:endParaRPr lang="vi-VN" noProof="0"/>
          </a:p>
        </p:txBody>
      </p:sp>
      <p:sp>
        <p:nvSpPr>
          <p:cNvPr id="6" name="Chỗ dành sẵn cho Chân trang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vi-VN" noProof="0"/>
          </a:p>
        </p:txBody>
      </p:sp>
      <p:sp>
        <p:nvSpPr>
          <p:cNvPr id="7" name="Chỗ dành sẵn cho Số hiệu Bản chiếu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vi-VN" noProof="0" smtClean="0"/>
            </a:fld>
            <a:endParaRPr lang="vi-VN" noProof="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Ảnh có Chú thích">
    <p:spTree>
      <p:nvGrpSpPr>
        <p:cNvPr id="1" name=""/>
        <p:cNvGrpSpPr/>
        <p:nvPr/>
      </p:nvGrpSpPr>
      <p:grpSpPr>
        <a:xfrm>
          <a:off x="0" y="0"/>
          <a:ext cx="0" cy="0"/>
          <a:chOff x="0" y="0"/>
          <a:chExt cx="0" cy="0"/>
        </a:xfrm>
      </p:grpSpPr>
      <p:sp>
        <p:nvSpPr>
          <p:cNvPr id="2" name="Tiêu đề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vi-VN" noProof="0"/>
              <a:t>Bấm để chỉnh sửa kiểu tiêu đề Bản cái</a:t>
            </a:r>
            <a:endParaRPr lang="vi-VN" noProof="0"/>
          </a:p>
        </p:txBody>
      </p:sp>
      <p:sp>
        <p:nvSpPr>
          <p:cNvPr id="3" name="Chỗ dành sẵn cho Hình ảnh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vi-VN" noProof="0"/>
              <a:t>Bấm vào biểu tượng để thêm ảnh</a:t>
            </a:r>
            <a:endParaRPr lang="vi-VN" noProof="0"/>
          </a:p>
        </p:txBody>
      </p:sp>
      <p:sp>
        <p:nvSpPr>
          <p:cNvPr id="4" name="Chỗ dành sẵn cho Văn bản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vi-VN" noProof="0"/>
              <a:t>Chỉnh sửa kiểu văn bản Bản cái</a:t>
            </a:r>
            <a:endParaRPr lang="vi-VN" noProof="0"/>
          </a:p>
        </p:txBody>
      </p:sp>
      <p:sp>
        <p:nvSpPr>
          <p:cNvPr id="5" name="Chỗ dành sẵn cho Ngày tháng 4"/>
          <p:cNvSpPr>
            <a:spLocks noGrp="1"/>
          </p:cNvSpPr>
          <p:nvPr>
            <p:ph type="dt" sz="half" idx="10"/>
          </p:nvPr>
        </p:nvSpPr>
        <p:spPr/>
        <p:txBody>
          <a:bodyPr rtlCol="0"/>
          <a:lstStyle/>
          <a:p>
            <a:pPr rtl="0"/>
            <a:fld id="{45B31D1F-E4E8-44A8-89F0-0A83CCF105C9}" type="datetime1">
              <a:rPr lang="vi-VN" noProof="0" smtClean="0"/>
            </a:fld>
            <a:endParaRPr lang="vi-VN" noProof="0"/>
          </a:p>
        </p:txBody>
      </p:sp>
      <p:sp>
        <p:nvSpPr>
          <p:cNvPr id="6" name="Chỗ dành sẵn cho Chân trang 5"/>
          <p:cNvSpPr>
            <a:spLocks noGrp="1"/>
          </p:cNvSpPr>
          <p:nvPr>
            <p:ph type="ftr" sz="quarter" idx="11"/>
          </p:nvPr>
        </p:nvSpPr>
        <p:spPr/>
        <p:txBody>
          <a:bodyPr rtlCol="0"/>
          <a:lstStyle/>
          <a:p>
            <a:pPr rtl="0"/>
            <a:endParaRPr lang="vi-VN" noProof="0"/>
          </a:p>
        </p:txBody>
      </p:sp>
      <p:sp>
        <p:nvSpPr>
          <p:cNvPr id="7" name="Chỗ dành sẵn cho Số hiệu Bản chiếu 6"/>
          <p:cNvSpPr>
            <a:spLocks noGrp="1"/>
          </p:cNvSpPr>
          <p:nvPr>
            <p:ph type="sldNum" sz="quarter" idx="12"/>
          </p:nvPr>
        </p:nvSpPr>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8" name="Hình chữ nhật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êu đề 1"/>
          <p:cNvSpPr>
            <a:spLocks noGrp="1"/>
          </p:cNvSpPr>
          <p:nvPr>
            <p:ph type="title" hasCustomPrompt="1"/>
          </p:nvPr>
        </p:nvSpPr>
        <p:spPr>
          <a:xfrm>
            <a:off x="581192" y="702156"/>
            <a:ext cx="11029616" cy="1013800"/>
          </a:xfrm>
        </p:spPr>
        <p:txBody>
          <a:bodyPr rtlCol="0"/>
          <a:lstStyle/>
          <a:p>
            <a:pPr rtl="0"/>
            <a:r>
              <a:rPr lang="vi-VN" noProof="0"/>
              <a:t>Bấm để chỉnh sửa kiểu tiêu đề Bản cái</a:t>
            </a:r>
            <a:endParaRPr lang="vi-VN" noProof="0"/>
          </a:p>
        </p:txBody>
      </p:sp>
      <p:sp>
        <p:nvSpPr>
          <p:cNvPr id="3" name="Chỗ dành sẵn cho Văn bản Dọc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Ngày tháng 3"/>
          <p:cNvSpPr>
            <a:spLocks noGrp="1"/>
          </p:cNvSpPr>
          <p:nvPr>
            <p:ph type="dt" sz="half" idx="10"/>
          </p:nvPr>
        </p:nvSpPr>
        <p:spPr/>
        <p:txBody>
          <a:bodyPr rtlCol="0"/>
          <a:lstStyle/>
          <a:p>
            <a:pPr rtl="0"/>
            <a:fld id="{51EE784A-DB87-40FF-B6AB-F54008950AEE}" type="datetime1">
              <a:rPr lang="vi-VN" noProof="0" smtClean="0"/>
            </a:fld>
            <a:endParaRPr lang="vi-VN" noProof="0"/>
          </a:p>
        </p:txBody>
      </p:sp>
      <p:sp>
        <p:nvSpPr>
          <p:cNvPr id="5" name="Chỗ dành sẵn cho Chân trang 4"/>
          <p:cNvSpPr>
            <a:spLocks noGrp="1"/>
          </p:cNvSpPr>
          <p:nvPr>
            <p:ph type="ftr" sz="quarter" idx="11"/>
          </p:nvPr>
        </p:nvSpPr>
        <p:spPr/>
        <p:txBody>
          <a:bodyPr rtlCol="0"/>
          <a:lstStyle/>
          <a:p>
            <a:pPr rtl="0"/>
            <a:endParaRPr lang="vi-VN" noProof="0"/>
          </a:p>
        </p:txBody>
      </p:sp>
      <p:sp>
        <p:nvSpPr>
          <p:cNvPr id="6" name="Chỗ dành sẵn cho Số hiệu Bản chiếu 5"/>
          <p:cNvSpPr>
            <a:spLocks noGrp="1"/>
          </p:cNvSpPr>
          <p:nvPr>
            <p:ph type="sldNum" sz="quarter" idx="12"/>
          </p:nvPr>
        </p:nvSpPr>
        <p:spPr/>
        <p:txBody>
          <a:bodyPr rtlCol="0"/>
          <a:lstStyle/>
          <a:p>
            <a:pPr rtl="0"/>
            <a:fld id="{D57F1E4F-1CFF-5643-939E-217C01CDF565}" type="slidenum">
              <a:rPr lang="vi-VN" noProof="0" smtClean="0"/>
            </a:fld>
            <a:endParaRPr lang="vi-VN"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và Văn bản Dọc">
    <p:spTree>
      <p:nvGrpSpPr>
        <p:cNvPr id="1" name=""/>
        <p:cNvGrpSpPr/>
        <p:nvPr/>
      </p:nvGrpSpPr>
      <p:grpSpPr>
        <a:xfrm>
          <a:off x="0" y="0"/>
          <a:ext cx="0" cy="0"/>
          <a:chOff x="0" y="0"/>
          <a:chExt cx="0" cy="0"/>
        </a:xfrm>
      </p:grpSpPr>
      <p:sp>
        <p:nvSpPr>
          <p:cNvPr id="7" name="Hình chữ nhật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ề Dọc 1"/>
          <p:cNvSpPr>
            <a:spLocks noGrp="1"/>
          </p:cNvSpPr>
          <p:nvPr>
            <p:ph type="title" orient="vert" hasCustomPrompt="1"/>
          </p:nvPr>
        </p:nvSpPr>
        <p:spPr>
          <a:xfrm>
            <a:off x="8839201" y="675726"/>
            <a:ext cx="2004164" cy="5183073"/>
          </a:xfrm>
        </p:spPr>
        <p:txBody>
          <a:bodyPr vert="eaVert" rtlCol="0"/>
          <a:lstStyle/>
          <a:p>
            <a:pPr rtl="0"/>
            <a:r>
              <a:rPr lang="vi-VN" noProof="0"/>
              <a:t>Bấm để chỉnh sửa kiểu tiêu đề Bản cái</a:t>
            </a:r>
            <a:endParaRPr lang="vi-VN" noProof="0"/>
          </a:p>
        </p:txBody>
      </p:sp>
      <p:sp>
        <p:nvSpPr>
          <p:cNvPr id="3" name="Chỗ dành sẵn cho Văn bản Dọc 2"/>
          <p:cNvSpPr>
            <a:spLocks noGrp="1"/>
          </p:cNvSpPr>
          <p:nvPr>
            <p:ph type="body" orient="vert" idx="1" hasCustomPrompt="1"/>
          </p:nvPr>
        </p:nvSpPr>
        <p:spPr>
          <a:xfrm>
            <a:off x="774923" y="675726"/>
            <a:ext cx="7896279" cy="5183073"/>
          </a:xfrm>
        </p:spPr>
        <p:txBody>
          <a:bodyPr vert="eaVert" rtlCol="0" anchor="t"/>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Ngày tháng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7522161-0BCA-4977-9671-7B10D9015640}" type="datetime1">
              <a:rPr lang="vi-VN" noProof="0" smtClean="0"/>
            </a:fld>
            <a:endParaRPr lang="vi-VN" noProof="0"/>
          </a:p>
        </p:txBody>
      </p:sp>
      <p:sp>
        <p:nvSpPr>
          <p:cNvPr id="5" name="Chỗ dành sẵn cho Chân trang 4"/>
          <p:cNvSpPr>
            <a:spLocks noGrp="1"/>
          </p:cNvSpPr>
          <p:nvPr>
            <p:ph type="ftr" sz="quarter" idx="11"/>
          </p:nvPr>
        </p:nvSpPr>
        <p:spPr>
          <a:xfrm>
            <a:off x="774923" y="5951811"/>
            <a:ext cx="7896279" cy="365125"/>
          </a:xfrm>
        </p:spPr>
        <p:txBody>
          <a:bodyPr rtlCol="0"/>
          <a:lstStyle/>
          <a:p>
            <a:pPr rtl="0"/>
            <a:endParaRPr lang="vi-VN" noProof="0"/>
          </a:p>
        </p:txBody>
      </p:sp>
      <p:sp>
        <p:nvSpPr>
          <p:cNvPr id="6" name="Chỗ dành sẵn cho Số hiệu Bản chiếu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vi-VN" noProof="0" smtClean="0"/>
            </a:fld>
            <a:endParaRPr lang="vi-VN" noProof="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vi-VN" noProof="0"/>
              <a:t>Bấm để chỉnh sửa kiểu tiêu đề Bản cái</a:t>
            </a:r>
            <a:endParaRPr lang="vi-VN" noProof="0"/>
          </a:p>
        </p:txBody>
      </p:sp>
      <p:sp>
        <p:nvSpPr>
          <p:cNvPr id="3" name="Chỗ dành sẵn cho Văn bản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vi-VN" noProof="0"/>
              <a:t>Chỉnh sửa kiểu văn bản Bản cái</a:t>
            </a:r>
            <a:endParaRPr lang="vi-VN" noProof="0"/>
          </a:p>
          <a:p>
            <a:pPr lvl="1" rtl="0"/>
            <a:r>
              <a:rPr lang="vi-VN" noProof="0"/>
              <a:t>Mức hai</a:t>
            </a:r>
            <a:endParaRPr lang="vi-VN" noProof="0"/>
          </a:p>
          <a:p>
            <a:pPr lvl="2" rtl="0"/>
            <a:r>
              <a:rPr lang="vi-VN" noProof="0"/>
              <a:t>Mức ba</a:t>
            </a:r>
            <a:endParaRPr lang="vi-VN" noProof="0"/>
          </a:p>
          <a:p>
            <a:pPr lvl="3" rtl="0"/>
            <a:r>
              <a:rPr lang="vi-VN" noProof="0"/>
              <a:t>Mức bốn</a:t>
            </a:r>
            <a:endParaRPr lang="vi-VN" noProof="0"/>
          </a:p>
          <a:p>
            <a:pPr lvl="4" rtl="0"/>
            <a:r>
              <a:rPr lang="vi-VN" noProof="0"/>
              <a:t>Mức năm</a:t>
            </a:r>
            <a:endParaRPr lang="vi-VN" noProof="0"/>
          </a:p>
        </p:txBody>
      </p:sp>
      <p:sp>
        <p:nvSpPr>
          <p:cNvPr id="4" name="Chỗ dành sẵn cho Ngày tháng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latin typeface="Calibri" panose="020F0502020204030204" pitchFamily="34" charset="0"/>
              </a:defRPr>
            </a:lvl1pPr>
          </a:lstStyle>
          <a:p>
            <a:fld id="{F7B9B223-27F5-4A97-83AE-5497A46D572C}" type="datetime1">
              <a:rPr lang="vi-VN" noProof="0" smtClean="0"/>
            </a:fld>
            <a:endParaRPr lang="vi-VN" noProof="0"/>
          </a:p>
        </p:txBody>
      </p:sp>
      <p:sp>
        <p:nvSpPr>
          <p:cNvPr id="5" name="Chỗ dành sẵn cho Chân trang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latin typeface="Calibri" panose="020F0502020204030204" pitchFamily="34" charset="0"/>
              </a:defRPr>
            </a:lvl1pPr>
          </a:lstStyle>
          <a:p>
            <a:endParaRPr lang="vi-VN" noProof="0"/>
          </a:p>
        </p:txBody>
      </p:sp>
      <p:sp>
        <p:nvSpPr>
          <p:cNvPr id="6" name="Chỗ dành sẵn cho Số hiệu Bản chiếu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latin typeface="Calibri" panose="020F0502020204030204" pitchFamily="34" charset="0"/>
              </a:defRPr>
            </a:lvl1pPr>
          </a:lstStyle>
          <a:p>
            <a:fld id="{D57F1E4F-1CFF-5643-939E-217C01CDF565}" type="slidenum">
              <a:rPr lang="vi-VN" noProof="0" smtClean="0"/>
            </a:fld>
            <a:endParaRPr lang="vi-VN" noProof="0"/>
          </a:p>
        </p:txBody>
      </p:sp>
      <p:sp>
        <p:nvSpPr>
          <p:cNvPr id="9" name="Hình chữ nhật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Hình chữ nhật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Hình chữ nhật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spcBef>
          <a:spcPct val="0"/>
        </a:spcBef>
        <a:buNone/>
        <a:defRPr sz="2800" b="0" kern="1200" cap="all">
          <a:solidFill>
            <a:schemeClr val="bg1"/>
          </a:solidFill>
          <a:latin typeface="Calibri" panose="020F0502020204030204" pitchFamily="34" charset="0"/>
          <a:ea typeface="+mj-ea"/>
          <a:cs typeface="+mj-cs"/>
        </a:defRPr>
      </a:lvl1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Hình chữ nhật 28"/>
          <p:cNvSpPr>
            <a:spLocks noGrp="1" noRot="1" noChangeAspect="1" noMove="1" noResize="1" noEditPoints="1" noAdjustHandles="1" noChangeArrowheads="1" noChangeShapeType="1" noTextEdit="1"/>
          </p:cNvSpPr>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latin typeface="Calibri" panose="020F0502020204030204" pitchFamily="34" charset="0"/>
            </a:endParaRPr>
          </a:p>
        </p:txBody>
      </p:sp>
      <p:sp>
        <p:nvSpPr>
          <p:cNvPr id="31" name="Hình chữ nhật 30"/>
          <p:cNvSpPr>
            <a:spLocks noGrp="1" noRot="1" noChangeAspect="1" noMove="1" noResize="1" noEditPoints="1" noAdjustHandles="1" noChangeArrowheads="1" noChangeShapeType="1" noTextEdi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êu đề 1"/>
          <p:cNvSpPr>
            <a:spLocks noGrp="1"/>
          </p:cNvSpPr>
          <p:nvPr>
            <p:ph type="title"/>
          </p:nvPr>
        </p:nvSpPr>
        <p:spPr>
          <a:xfrm>
            <a:off x="581192" y="5360107"/>
            <a:ext cx="11029616" cy="792364"/>
          </a:xfrm>
        </p:spPr>
        <p:txBody>
          <a:bodyPr rtlCol="0">
            <a:normAutofit fontScale="90000"/>
          </a:bodyPr>
          <a:lstStyle/>
          <a:p>
            <a:pPr algn="ctr" rtl="0"/>
            <a:r>
              <a:rPr lang="en-US" sz="2800" dirty="0" err="1"/>
              <a:t>Dựa</a:t>
            </a:r>
            <a:r>
              <a:rPr lang="en-US" sz="2800" dirty="0"/>
              <a:t> </a:t>
            </a:r>
            <a:r>
              <a:rPr lang="en-US" sz="2800" dirty="0" err="1"/>
              <a:t>trên</a:t>
            </a:r>
            <a:r>
              <a:rPr lang="en-US" sz="2800" dirty="0"/>
              <a:t> bài báo</a:t>
            </a:r>
            <a:r>
              <a:rPr lang="en-US" sz="2800" i="1" dirty="0"/>
              <a:t>: VARIABLE-LENGTH SUBSEQUENCE CLUSTERING IN TIME-SERIES</a:t>
            </a:r>
            <a:br>
              <a:rPr lang="vi-VN" sz="2800" i="1" dirty="0"/>
            </a:br>
            <a:r>
              <a:rPr lang="vi-VN" sz="2800" i="1" dirty="0"/>
              <a:t>Jiangyong Duan , Lili Guo (2020)</a:t>
            </a:r>
            <a:r>
              <a:rPr lang="en-US" sz="2800" i="1" dirty="0"/>
              <a:t> [1]</a:t>
            </a:r>
            <a:endParaRPr lang="vi-VN" sz="2800" i="1" dirty="0">
              <a:latin typeface="Verdana" panose="020B0604030504040204" pitchFamily="34" charset="0"/>
            </a:endParaRPr>
          </a:p>
        </p:txBody>
      </p:sp>
      <p:sp>
        <p:nvSpPr>
          <p:cNvPr id="5" name="Content Placeholder 4"/>
          <p:cNvSpPr>
            <a:spLocks noGrp="1"/>
          </p:cNvSpPr>
          <p:nvPr>
            <p:ph idx="1"/>
          </p:nvPr>
        </p:nvSpPr>
        <p:spPr>
          <a:xfrm>
            <a:off x="447817" y="948112"/>
            <a:ext cx="11029615" cy="1535827"/>
          </a:xfrm>
        </p:spPr>
        <p:txBody>
          <a:bodyPr>
            <a:normAutofit/>
          </a:bodyPr>
          <a:lstStyle/>
          <a:p>
            <a:pPr marL="0" indent="0" algn="ctr">
              <a:buNone/>
            </a:pPr>
            <a:r>
              <a:rPr lang="vi-VN" sz="4000" b="1" dirty="0">
                <a:solidFill>
                  <a:schemeClr val="accent1">
                    <a:lumMod val="75000"/>
                  </a:schemeClr>
                </a:solidFill>
              </a:rPr>
              <a:t>PHÂN CỤM CHUỖI CON CÓ ĐỘ DÀI THAY ĐỔI TRONG CHUỖI THỜI GIAN</a:t>
            </a:r>
            <a:endParaRPr lang="vi-VN" sz="4000" b="1" dirty="0">
              <a:solidFill>
                <a:schemeClr val="accent1">
                  <a:lumMod val="75000"/>
                </a:schemeClr>
              </a:solidFill>
            </a:endParaRPr>
          </a:p>
        </p:txBody>
      </p:sp>
      <p:sp>
        <p:nvSpPr>
          <p:cNvPr id="6" name="TextBox 5"/>
          <p:cNvSpPr txBox="1"/>
          <p:nvPr/>
        </p:nvSpPr>
        <p:spPr>
          <a:xfrm>
            <a:off x="1481354" y="2824873"/>
            <a:ext cx="8962538" cy="780855"/>
          </a:xfrm>
          <a:prstGeom prst="rect">
            <a:avLst/>
          </a:prstGeom>
          <a:noFill/>
        </p:spPr>
        <p:txBody>
          <a:bodyPr wrap="square" rtlCol="0">
            <a:spAutoFit/>
          </a:bodyPr>
          <a:lstStyle/>
          <a:p>
            <a:pPr marL="328930" indent="228600" algn="ctr">
              <a:lnSpc>
                <a:spcPct val="115000"/>
              </a:lnSpc>
              <a:spcAft>
                <a:spcPts val="600"/>
              </a:spcAft>
              <a:tabLst>
                <a:tab pos="3690620" algn="l"/>
              </a:tabLst>
            </a:pPr>
            <a:r>
              <a:rPr lang="vi-VN" sz="1800" b="1" dirty="0">
                <a:solidFill>
                  <a:srgbClr val="44546A"/>
                </a:solidFill>
                <a:effectLst/>
                <a:latin typeface="Times New Roman" panose="02020603050405020304" pitchFamily="18" charset="0"/>
                <a:ea typeface="Time New Roman"/>
                <a:cs typeface="Times New Roman" panose="02020603050405020304" pitchFamily="18" charset="0"/>
              </a:rPr>
              <a:t>Giáo viên hướng dẫn:</a:t>
            </a:r>
            <a:r>
              <a:rPr lang="en-US" dirty="0">
                <a:latin typeface="Times New Roman" panose="02020603050405020304" pitchFamily="18" charset="0"/>
                <a:ea typeface="MS Mincho" panose="02020609040205080304" pitchFamily="49" charset="-128"/>
              </a:rPr>
              <a:t> </a:t>
            </a:r>
            <a:r>
              <a:rPr lang="en-US" sz="1800" b="1" dirty="0">
                <a:solidFill>
                  <a:srgbClr val="2E74B5"/>
                </a:solidFill>
                <a:effectLst/>
                <a:latin typeface="Times New Roman" panose="02020603050405020304" pitchFamily="18" charset="0"/>
                <a:ea typeface="Time New Roman"/>
                <a:cs typeface="Times New Roman" panose="02020603050405020304" pitchFamily="18" charset="0"/>
              </a:rPr>
              <a:t>TS. TRẦN THÁI SƠN</a:t>
            </a:r>
            <a:endParaRPr lang="vi-VN" sz="1800" b="1" dirty="0">
              <a:solidFill>
                <a:srgbClr val="2E74B5"/>
              </a:solidFill>
              <a:effectLst/>
              <a:latin typeface="Times New Roman" panose="02020603050405020304" pitchFamily="18" charset="0"/>
              <a:ea typeface="Time New Roman"/>
              <a:cs typeface="Times New Roman" panose="02020603050405020304" pitchFamily="18" charset="0"/>
            </a:endParaRPr>
          </a:p>
          <a:p>
            <a:pPr marL="328930" indent="228600" algn="ctr">
              <a:lnSpc>
                <a:spcPct val="115000"/>
              </a:lnSpc>
              <a:spcAft>
                <a:spcPts val="600"/>
              </a:spcAft>
              <a:tabLst>
                <a:tab pos="3690620" algn="l"/>
              </a:tabLst>
            </a:pPr>
            <a:r>
              <a:rPr lang="en-US" sz="1800" b="1" dirty="0" err="1">
                <a:solidFill>
                  <a:srgbClr val="44546A"/>
                </a:solidFill>
                <a:effectLst/>
                <a:latin typeface="Times New Roman" panose="02020603050405020304" pitchFamily="18" charset="0"/>
                <a:ea typeface="Time New Roman"/>
                <a:cs typeface="Times New Roman" panose="02020603050405020304" pitchFamily="18" charset="0"/>
              </a:rPr>
              <a:t>Sinh</a:t>
            </a:r>
            <a:r>
              <a:rPr lang="vi-VN" sz="1800" b="1" dirty="0">
                <a:solidFill>
                  <a:srgbClr val="44546A"/>
                </a:solidFill>
                <a:effectLst/>
                <a:latin typeface="Times New Roman" panose="02020603050405020304" pitchFamily="18" charset="0"/>
                <a:ea typeface="Time New Roman"/>
                <a:cs typeface="Times New Roman" panose="02020603050405020304" pitchFamily="18" charset="0"/>
              </a:rPr>
              <a:t> viên thực hiện:</a:t>
            </a:r>
            <a:endParaRPr lang="vi-VN" sz="1800" dirty="0">
              <a:effectLst/>
              <a:latin typeface="Times New Roman" panose="02020603050405020304" pitchFamily="18" charset="0"/>
              <a:ea typeface="MS Mincho" panose="02020609040205080304" pitchFamily="49" charset="-128"/>
            </a:endParaRPr>
          </a:p>
        </p:txBody>
      </p:sp>
      <p:sp>
        <p:nvSpPr>
          <p:cNvPr id="8" name="TextBox 7"/>
          <p:cNvSpPr txBox="1"/>
          <p:nvPr/>
        </p:nvSpPr>
        <p:spPr>
          <a:xfrm>
            <a:off x="2160843" y="3792870"/>
            <a:ext cx="2678938" cy="369332"/>
          </a:xfrm>
          <a:prstGeom prst="rect">
            <a:avLst/>
          </a:prstGeom>
          <a:noFill/>
        </p:spPr>
        <p:txBody>
          <a:bodyPr wrap="none" rtlCol="0">
            <a:spAutoFit/>
          </a:bodyPr>
          <a:lstStyle/>
          <a:p>
            <a:r>
              <a:rPr lang="vi-VN" sz="1800" dirty="0">
                <a:solidFill>
                  <a:srgbClr val="44546A"/>
                </a:solidFill>
                <a:effectLst/>
                <a:latin typeface="Times New Roman" panose="02020603050405020304" pitchFamily="18" charset="0"/>
                <a:ea typeface="Time New Roman"/>
                <a:cs typeface="Times New Roman" panose="02020603050405020304" pitchFamily="18" charset="0"/>
              </a:rPr>
              <a:t>2</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x</a:t>
            </a:r>
            <a:r>
              <a:rPr lang="vi-VN" sz="1800" dirty="0">
                <a:solidFill>
                  <a:srgbClr val="44546A"/>
                </a:solidFill>
                <a:effectLst/>
                <a:latin typeface="Times New Roman" panose="02020603050405020304" pitchFamily="18" charset="0"/>
                <a:ea typeface="Time New Roman"/>
                <a:cs typeface="Times New Roman" panose="02020603050405020304" pitchFamily="18" charset="0"/>
              </a:rPr>
              <a:t>C</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xxxxx</a:t>
            </a:r>
            <a:r>
              <a:rPr lang="en-US" dirty="0">
                <a:latin typeface="Times New Roman" panose="02020603050405020304" pitchFamily="18" charset="0"/>
                <a:ea typeface="MS Mincho" panose="02020609040205080304" pitchFamily="49" charset="-128"/>
              </a:rPr>
              <a:t>-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Nguyễn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Văn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A</a:t>
            </a:r>
            <a:endParaRPr lang="vi-VN" dirty="0"/>
          </a:p>
        </p:txBody>
      </p:sp>
      <p:sp>
        <p:nvSpPr>
          <p:cNvPr id="9" name="TextBox 8"/>
          <p:cNvSpPr txBox="1"/>
          <p:nvPr/>
        </p:nvSpPr>
        <p:spPr>
          <a:xfrm>
            <a:off x="1157681" y="3628290"/>
            <a:ext cx="184731" cy="369332"/>
          </a:xfrm>
          <a:prstGeom prst="rect">
            <a:avLst/>
          </a:prstGeom>
          <a:noFill/>
        </p:spPr>
        <p:txBody>
          <a:bodyPr wrap="none" rtlCol="0">
            <a:spAutoFit/>
          </a:bodyPr>
          <a:lstStyle/>
          <a:p>
            <a:endParaRPr lang="vi-VN"/>
          </a:p>
        </p:txBody>
      </p:sp>
      <p:sp>
        <p:nvSpPr>
          <p:cNvPr id="10" name="TextBox 9"/>
          <p:cNvSpPr txBox="1"/>
          <p:nvPr/>
        </p:nvSpPr>
        <p:spPr>
          <a:xfrm>
            <a:off x="2160843" y="4313189"/>
            <a:ext cx="2661947" cy="369332"/>
          </a:xfrm>
          <a:prstGeom prst="rect">
            <a:avLst/>
          </a:prstGeom>
          <a:noFill/>
        </p:spPr>
        <p:txBody>
          <a:bodyPr wrap="none" rtlCol="0">
            <a:spAutoFit/>
          </a:bodyPr>
          <a:lstStyle/>
          <a:p>
            <a:r>
              <a:rPr lang="vi-VN" sz="1800" dirty="0">
                <a:solidFill>
                  <a:srgbClr val="44546A"/>
                </a:solidFill>
                <a:effectLst/>
                <a:latin typeface="Times New Roman" panose="02020603050405020304" pitchFamily="18" charset="0"/>
                <a:ea typeface="Time New Roman"/>
                <a:cs typeface="Times New Roman" panose="02020603050405020304" pitchFamily="18" charset="0"/>
              </a:rPr>
              <a:t>2</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x</a:t>
            </a:r>
            <a:r>
              <a:rPr lang="vi-VN" sz="1800" dirty="0">
                <a:solidFill>
                  <a:srgbClr val="44546A"/>
                </a:solidFill>
                <a:effectLst/>
                <a:latin typeface="Times New Roman" panose="02020603050405020304" pitchFamily="18" charset="0"/>
                <a:ea typeface="Time New Roman"/>
                <a:cs typeface="Times New Roman" panose="02020603050405020304" pitchFamily="18" charset="0"/>
              </a:rPr>
              <a:t>C</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xxxxx</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Nguyễn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Văn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B</a:t>
            </a:r>
            <a:endParaRPr lang="vi-VN" dirty="0"/>
          </a:p>
        </p:txBody>
      </p:sp>
      <p:sp>
        <p:nvSpPr>
          <p:cNvPr id="11" name="TextBox 10"/>
          <p:cNvSpPr txBox="1"/>
          <p:nvPr/>
        </p:nvSpPr>
        <p:spPr>
          <a:xfrm>
            <a:off x="6845670" y="3787476"/>
            <a:ext cx="2719655" cy="369332"/>
          </a:xfrm>
          <a:prstGeom prst="rect">
            <a:avLst/>
          </a:prstGeom>
          <a:noFill/>
        </p:spPr>
        <p:txBody>
          <a:bodyPr wrap="none" rtlCol="0">
            <a:spAutoFit/>
          </a:bodyPr>
          <a:lstStyle/>
          <a:p>
            <a:r>
              <a:rPr lang="vi-VN" sz="1800" dirty="0">
                <a:solidFill>
                  <a:srgbClr val="44546A"/>
                </a:solidFill>
                <a:effectLst/>
                <a:latin typeface="Times New Roman" panose="02020603050405020304" pitchFamily="18" charset="0"/>
                <a:ea typeface="Time New Roman"/>
                <a:cs typeface="Times New Roman" panose="02020603050405020304" pitchFamily="18" charset="0"/>
              </a:rPr>
              <a:t>2</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x</a:t>
            </a:r>
            <a:r>
              <a:rPr lang="vi-VN" sz="1800" dirty="0">
                <a:solidFill>
                  <a:srgbClr val="44546A"/>
                </a:solidFill>
                <a:effectLst/>
                <a:latin typeface="Times New Roman" panose="02020603050405020304" pitchFamily="18" charset="0"/>
                <a:ea typeface="Time New Roman"/>
                <a:cs typeface="Times New Roman" panose="02020603050405020304" pitchFamily="18" charset="0"/>
              </a:rPr>
              <a:t>C</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xxxxx</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Nguyễn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Văn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C</a:t>
            </a:r>
            <a:endParaRPr lang="vi-VN" dirty="0"/>
          </a:p>
        </p:txBody>
      </p:sp>
      <p:sp>
        <p:nvSpPr>
          <p:cNvPr id="12" name="TextBox 11"/>
          <p:cNvSpPr txBox="1"/>
          <p:nvPr/>
        </p:nvSpPr>
        <p:spPr>
          <a:xfrm>
            <a:off x="6817573" y="4313189"/>
            <a:ext cx="2732479" cy="369332"/>
          </a:xfrm>
          <a:prstGeom prst="rect">
            <a:avLst/>
          </a:prstGeom>
          <a:noFill/>
        </p:spPr>
        <p:txBody>
          <a:bodyPr wrap="none" rtlCol="0">
            <a:spAutoFit/>
          </a:bodyPr>
          <a:lstStyle/>
          <a:p>
            <a:r>
              <a:rPr lang="vi-VN" sz="1800" dirty="0">
                <a:solidFill>
                  <a:srgbClr val="44546A"/>
                </a:solidFill>
                <a:effectLst/>
                <a:latin typeface="Times New Roman" panose="02020603050405020304" pitchFamily="18" charset="0"/>
                <a:ea typeface="Time New Roman"/>
                <a:cs typeface="Times New Roman" panose="02020603050405020304" pitchFamily="18" charset="0"/>
              </a:rPr>
              <a:t>2</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x</a:t>
            </a:r>
            <a:r>
              <a:rPr lang="vi-VN" sz="1800" dirty="0">
                <a:solidFill>
                  <a:srgbClr val="44546A"/>
                </a:solidFill>
                <a:effectLst/>
                <a:latin typeface="Times New Roman" panose="02020603050405020304" pitchFamily="18" charset="0"/>
                <a:ea typeface="Time New Roman"/>
                <a:cs typeface="Times New Roman" panose="02020603050405020304" pitchFamily="18" charset="0"/>
              </a:rPr>
              <a:t>C</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xxxxx</a:t>
            </a:r>
            <a:r>
              <a:rPr lang="vi-VN" sz="1800" dirty="0">
                <a:solidFill>
                  <a:srgbClr val="44546A"/>
                </a:solidFill>
                <a:effectLst/>
                <a:latin typeface="Times New Roman" panose="02020603050405020304" pitchFamily="18" charset="0"/>
                <a:ea typeface="Time New Roman"/>
                <a:cs typeface="Times New Roman" panose="02020603050405020304" pitchFamily="18" charset="0"/>
              </a:rPr>
              <a:t> - Nguyễn </a:t>
            </a:r>
            <a:r>
              <a:rPr lang="en-US" sz="1800" dirty="0" err="1">
                <a:solidFill>
                  <a:srgbClr val="44546A"/>
                </a:solidFill>
                <a:effectLst/>
                <a:latin typeface="Times New Roman" panose="02020603050405020304" pitchFamily="18" charset="0"/>
                <a:ea typeface="Time New Roman"/>
                <a:cs typeface="Times New Roman" panose="02020603050405020304" pitchFamily="18" charset="0"/>
              </a:rPr>
              <a:t>Văn</a:t>
            </a:r>
            <a:r>
              <a:rPr lang="en-US" sz="1800" dirty="0">
                <a:solidFill>
                  <a:srgbClr val="44546A"/>
                </a:solidFill>
                <a:effectLst/>
                <a:latin typeface="Times New Roman" panose="02020603050405020304" pitchFamily="18" charset="0"/>
                <a:ea typeface="Time New Roman"/>
                <a:cs typeface="Times New Roman" panose="02020603050405020304" pitchFamily="18" charset="0"/>
              </a:rPr>
              <a:t> D</a:t>
            </a:r>
            <a:endParaRPr lang="vi-VN" dirty="0"/>
          </a:p>
        </p:txBody>
      </p:sp>
      <p:sp>
        <p:nvSpPr>
          <p:cNvPr id="13" name="TextBox 12"/>
          <p:cNvSpPr txBox="1"/>
          <p:nvPr/>
        </p:nvSpPr>
        <p:spPr>
          <a:xfrm>
            <a:off x="5000661" y="6466616"/>
            <a:ext cx="1657826" cy="338554"/>
          </a:xfrm>
          <a:prstGeom prst="rect">
            <a:avLst/>
          </a:prstGeom>
          <a:noFill/>
        </p:spPr>
        <p:txBody>
          <a:bodyPr wrap="none" rtlCol="0">
            <a:spAutoFit/>
          </a:bodyPr>
          <a:lstStyle/>
          <a:p>
            <a:r>
              <a:rPr lang="vi-VN" sz="1600" dirty="0"/>
              <a:t>TP.HCM, 4/202</a:t>
            </a:r>
            <a:r>
              <a:rPr lang="en-US" sz="1600" dirty="0"/>
              <a:t>4</a:t>
            </a:r>
            <a:endParaRPr lang="vi-VN" sz="1600" dirty="0"/>
          </a:p>
        </p:txBody>
      </p:sp>
      <p:sp>
        <p:nvSpPr>
          <p:cNvPr id="14" name="TextBox 13"/>
          <p:cNvSpPr txBox="1"/>
          <p:nvPr/>
        </p:nvSpPr>
        <p:spPr>
          <a:xfrm>
            <a:off x="348712" y="152910"/>
            <a:ext cx="5490274" cy="369332"/>
          </a:xfrm>
          <a:prstGeom prst="rect">
            <a:avLst/>
          </a:prstGeom>
          <a:noFill/>
        </p:spPr>
        <p:txBody>
          <a:bodyPr wrap="square" rtlCol="0">
            <a:spAutoFit/>
          </a:bodyPr>
          <a:lstStyle/>
          <a:p>
            <a:r>
              <a:rPr lang="en-US" dirty="0">
                <a:solidFill>
                  <a:schemeClr val="accent1">
                    <a:lumMod val="75000"/>
                  </a:schemeClr>
                </a:solidFill>
                <a:latin typeface="Arial" panose="020B0604020202020204" pitchFamily="34" charset="0"/>
                <a:cs typeface="Arial" panose="020B0604020202020204" pitchFamily="34" charset="0"/>
              </a:rPr>
              <a:t>Trường </a:t>
            </a:r>
            <a:r>
              <a:rPr lang="en-US" dirty="0" err="1">
                <a:solidFill>
                  <a:schemeClr val="accent1">
                    <a:lumMod val="75000"/>
                  </a:schemeClr>
                </a:solidFill>
                <a:latin typeface="Arial" panose="020B0604020202020204" pitchFamily="34" charset="0"/>
                <a:cs typeface="Arial" panose="020B0604020202020204" pitchFamily="34" charset="0"/>
              </a:rPr>
              <a:t>đại</a:t>
            </a:r>
            <a:r>
              <a:rPr lang="en-US" dirty="0">
                <a:solidFill>
                  <a:schemeClr val="accent1">
                    <a:lumMod val="75000"/>
                  </a:schemeClr>
                </a:solidFill>
                <a:latin typeface="Arial" panose="020B0604020202020204" pitchFamily="34" charset="0"/>
                <a:cs typeface="Arial" panose="020B0604020202020204" pitchFamily="34" charset="0"/>
              </a:rPr>
              <a:t> </a:t>
            </a:r>
            <a:r>
              <a:rPr lang="en-US" dirty="0" err="1">
                <a:solidFill>
                  <a:schemeClr val="accent1">
                    <a:lumMod val="75000"/>
                  </a:schemeClr>
                </a:solidFill>
                <a:latin typeface="Arial" panose="020B0604020202020204" pitchFamily="34" charset="0"/>
                <a:cs typeface="Arial" panose="020B0604020202020204" pitchFamily="34" charset="0"/>
              </a:rPr>
              <a:t>học</a:t>
            </a:r>
            <a:r>
              <a:rPr lang="en-US" dirty="0">
                <a:solidFill>
                  <a:schemeClr val="accent1">
                    <a:lumMod val="75000"/>
                  </a:schemeClr>
                </a:solidFill>
                <a:latin typeface="Arial" panose="020B0604020202020204" pitchFamily="34" charset="0"/>
                <a:cs typeface="Arial" panose="020B0604020202020204" pitchFamily="34" charset="0"/>
              </a:rPr>
              <a:t> Khoa </a:t>
            </a:r>
            <a:r>
              <a:rPr lang="en-US" dirty="0" err="1">
                <a:solidFill>
                  <a:schemeClr val="accent1">
                    <a:lumMod val="75000"/>
                  </a:schemeClr>
                </a:solidFill>
                <a:latin typeface="Arial" panose="020B0604020202020204" pitchFamily="34" charset="0"/>
                <a:cs typeface="Arial" panose="020B0604020202020204" pitchFamily="34" charset="0"/>
              </a:rPr>
              <a:t>Học</a:t>
            </a:r>
            <a:r>
              <a:rPr lang="en-US" dirty="0">
                <a:solidFill>
                  <a:schemeClr val="accent1">
                    <a:lumMod val="75000"/>
                  </a:schemeClr>
                </a:solidFill>
                <a:latin typeface="Arial" panose="020B0604020202020204" pitchFamily="34" charset="0"/>
                <a:cs typeface="Arial" panose="020B0604020202020204" pitchFamily="34" charset="0"/>
              </a:rPr>
              <a:t> </a:t>
            </a:r>
            <a:r>
              <a:rPr lang="en-US" dirty="0" err="1">
                <a:solidFill>
                  <a:schemeClr val="accent1">
                    <a:lumMod val="75000"/>
                  </a:schemeClr>
                </a:solidFill>
                <a:latin typeface="Arial" panose="020B0604020202020204" pitchFamily="34" charset="0"/>
                <a:cs typeface="Arial" panose="020B0604020202020204" pitchFamily="34" charset="0"/>
              </a:rPr>
              <a:t>Tự</a:t>
            </a:r>
            <a:r>
              <a:rPr lang="en-US" dirty="0">
                <a:solidFill>
                  <a:schemeClr val="accent1">
                    <a:lumMod val="75000"/>
                  </a:schemeClr>
                </a:solidFill>
                <a:latin typeface="Arial" panose="020B0604020202020204" pitchFamily="34" charset="0"/>
                <a:cs typeface="Arial" panose="020B0604020202020204" pitchFamily="34" charset="0"/>
              </a:rPr>
              <a:t> </a:t>
            </a:r>
            <a:r>
              <a:rPr lang="en-US" dirty="0" err="1">
                <a:solidFill>
                  <a:schemeClr val="accent1">
                    <a:lumMod val="75000"/>
                  </a:schemeClr>
                </a:solidFill>
                <a:latin typeface="Arial" panose="020B0604020202020204" pitchFamily="34" charset="0"/>
                <a:cs typeface="Arial" panose="020B0604020202020204" pitchFamily="34" charset="0"/>
              </a:rPr>
              <a:t>Nhiên</a:t>
            </a:r>
            <a:r>
              <a:rPr lang="en-US" dirty="0">
                <a:solidFill>
                  <a:schemeClr val="accent1">
                    <a:lumMod val="75000"/>
                  </a:schemeClr>
                </a:solidFill>
                <a:latin typeface="Arial" panose="020B0604020202020204" pitchFamily="34" charset="0"/>
                <a:cs typeface="Arial" panose="020B0604020202020204" pitchFamily="34" charset="0"/>
              </a:rPr>
              <a:t>, ĐHQG-HCM</a:t>
            </a:r>
            <a:endParaRPr lang="vi-VN" dirty="0">
              <a:solidFill>
                <a:schemeClr val="accent1">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099" y="776962"/>
            <a:ext cx="7213600" cy="760884"/>
          </a:xfrm>
        </p:spPr>
        <p:txBody>
          <a:bodyPr anchor="ctr">
            <a:normAutofit/>
          </a:bodyPr>
          <a:lstStyle/>
          <a:p>
            <a:pPr algn="ctr"/>
            <a:r>
              <a:rPr lang="en-US" err="1"/>
              <a:t>Nội</a:t>
            </a:r>
            <a:r>
              <a:rPr lang="en-US"/>
              <a:t> dung</a:t>
            </a:r>
            <a:endParaRPr lang="en-US"/>
          </a:p>
        </p:txBody>
      </p:sp>
      <p:graphicFrame>
        <p:nvGraphicFramePr>
          <p:cNvPr id="6" name="Content Placeholder 5" descr="SmartArt"/>
          <p:cNvGraphicFramePr>
            <a:graphicFrameLocks noGrp="1"/>
          </p:cNvGraphicFramePr>
          <p:nvPr>
            <p:ph idx="1"/>
          </p:nvPr>
        </p:nvGraphicFramePr>
        <p:xfrm>
          <a:off x="762775" y="2012507"/>
          <a:ext cx="6854248" cy="45159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TextBox 2"/>
          <p:cNvSpPr txBox="1"/>
          <p:nvPr/>
        </p:nvSpPr>
        <p:spPr>
          <a:xfrm>
            <a:off x="960155" y="2284772"/>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1</a:t>
            </a:r>
            <a:endParaRPr lang="en-US" sz="2000" b="1">
              <a:latin typeface="Arial" panose="020B0604020202020204" pitchFamily="34" charset="0"/>
              <a:cs typeface="Arial" panose="020B0604020202020204" pitchFamily="34" charset="0"/>
            </a:endParaRPr>
          </a:p>
        </p:txBody>
      </p:sp>
      <p:sp>
        <p:nvSpPr>
          <p:cNvPr id="11" name="TextBox 10"/>
          <p:cNvSpPr txBox="1"/>
          <p:nvPr/>
        </p:nvSpPr>
        <p:spPr>
          <a:xfrm>
            <a:off x="1359014" y="2982273"/>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2</a:t>
            </a:r>
            <a:endParaRPr lang="en-US" sz="2000" b="1">
              <a:latin typeface="Arial" panose="020B0604020202020204" pitchFamily="34" charset="0"/>
              <a:cs typeface="Arial" panose="020B0604020202020204" pitchFamily="34" charset="0"/>
            </a:endParaRPr>
          </a:p>
        </p:txBody>
      </p:sp>
      <p:sp>
        <p:nvSpPr>
          <p:cNvPr id="12" name="TextBox 11"/>
          <p:cNvSpPr txBox="1"/>
          <p:nvPr/>
        </p:nvSpPr>
        <p:spPr>
          <a:xfrm>
            <a:off x="1538641" y="3722713"/>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3</a:t>
            </a:r>
            <a:endParaRPr lang="en-US" sz="2000" b="1">
              <a:latin typeface="Arial" panose="020B0604020202020204" pitchFamily="34" charset="0"/>
              <a:cs typeface="Arial" panose="020B0604020202020204" pitchFamily="34" charset="0"/>
            </a:endParaRPr>
          </a:p>
        </p:txBody>
      </p:sp>
      <p:sp>
        <p:nvSpPr>
          <p:cNvPr id="14" name="TextBox 13"/>
          <p:cNvSpPr txBox="1"/>
          <p:nvPr/>
        </p:nvSpPr>
        <p:spPr>
          <a:xfrm>
            <a:off x="1532955" y="4442605"/>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4</a:t>
            </a:r>
            <a:endParaRPr lang="en-US" sz="2000" b="1">
              <a:latin typeface="Arial" panose="020B0604020202020204" pitchFamily="34" charset="0"/>
              <a:cs typeface="Arial" panose="020B0604020202020204" pitchFamily="34" charset="0"/>
            </a:endParaRPr>
          </a:p>
        </p:txBody>
      </p:sp>
      <p:sp>
        <p:nvSpPr>
          <p:cNvPr id="19" name="TextBox 18"/>
          <p:cNvSpPr txBox="1"/>
          <p:nvPr/>
        </p:nvSpPr>
        <p:spPr>
          <a:xfrm>
            <a:off x="1369288" y="5139421"/>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5</a:t>
            </a:r>
            <a:endParaRPr lang="en-US" sz="2000" b="1">
              <a:latin typeface="Arial" panose="020B0604020202020204" pitchFamily="34" charset="0"/>
              <a:cs typeface="Arial" panose="020B0604020202020204" pitchFamily="34" charset="0"/>
            </a:endParaRPr>
          </a:p>
        </p:txBody>
      </p:sp>
      <p:sp>
        <p:nvSpPr>
          <p:cNvPr id="5" name="TextBox 4"/>
          <p:cNvSpPr txBox="1"/>
          <p:nvPr/>
        </p:nvSpPr>
        <p:spPr>
          <a:xfrm>
            <a:off x="960155" y="5864728"/>
            <a:ext cx="327334" cy="400110"/>
          </a:xfrm>
          <a:prstGeom prst="rect">
            <a:avLst/>
          </a:prstGeom>
          <a:noFill/>
        </p:spPr>
        <p:txBody>
          <a:bodyPr wrap="none" rtlCol="0">
            <a:spAutoFit/>
          </a:bodyPr>
          <a:lstStyle/>
          <a:p>
            <a:r>
              <a:rPr lang="en-US" sz="2000" b="1">
                <a:latin typeface="Arial" panose="020B0604020202020204" pitchFamily="34" charset="0"/>
                <a:cs typeface="Arial" panose="020B0604020202020204" pitchFamily="34" charset="0"/>
              </a:rPr>
              <a:t>6</a:t>
            </a:r>
            <a:endParaRPr lang="en-US" sz="2000" b="1">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1. </a:t>
            </a:r>
            <a:r>
              <a:rPr lang="en-US" b="1" kern="0" cap="all" spc="-10">
                <a:effectLst/>
                <a:ea typeface="Times New Roman" panose="02020603050405020304" pitchFamily="18" charset="0"/>
                <a:cs typeface="Calibri" panose="020F0502020204030204" pitchFamily="34" charset="0"/>
              </a:rPr>
              <a:t>Giới thiệu</a:t>
            </a:r>
            <a:endParaRPr lang="vi-VN">
              <a:cs typeface="Calibri" panose="020F0502020204030204" pitchFamily="34" charset="0"/>
            </a:endParaRPr>
          </a:p>
        </p:txBody>
      </p:sp>
      <p:sp>
        <p:nvSpPr>
          <p:cNvPr id="3" name="Content Placeholder 2"/>
          <p:cNvSpPr>
            <a:spLocks noGrp="1"/>
          </p:cNvSpPr>
          <p:nvPr>
            <p:ph idx="1"/>
          </p:nvPr>
        </p:nvSpPr>
        <p:spPr/>
        <p:txBody>
          <a:bodyPr/>
          <a:lstStyle/>
          <a:p>
            <a:pPr marL="591820" indent="-285750" algn="just">
              <a:lnSpc>
                <a:spcPct val="115000"/>
              </a:lnSpc>
            </a:pPr>
            <a:r>
              <a:rPr lang="vi-VN" sz="1800">
                <a:effectLst/>
                <a:latin typeface="Calibri" panose="020F0502020204030204" pitchFamily="34" charset="0"/>
                <a:ea typeface="Arial" panose="020B0604020202020204" pitchFamily="34" charset="0"/>
                <a:cs typeface="Times New Roman" panose="02020603050405020304" pitchFamily="18" charset="0"/>
              </a:rPr>
              <a:t>Phân cụm chuỗi con có độ dài thay đổi trong Chuỗi thời gian là bài toán trong lĩnh vực khai phá dữ liệu và phân tích chuỗi thời gian nhằm tìm cách phân nhóm các chuỗi con có độ dài khác nhau của một chuỗi thời gian dựa trên tính tương đồng giữa chúng.</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pPr marL="591820" indent="-285750" algn="just">
              <a:lnSpc>
                <a:spcPct val="115000"/>
              </a:lnSpc>
            </a:pPr>
            <a:r>
              <a:rPr lang="vi-VN" sz="1800">
                <a:effectLst/>
                <a:latin typeface="Calibri" panose="020F0502020204030204" pitchFamily="34" charset="0"/>
                <a:ea typeface="Arial" panose="020B0604020202020204" pitchFamily="34" charset="0"/>
                <a:cs typeface="Times New Roman" panose="02020603050405020304" pitchFamily="18" charset="0"/>
              </a:rPr>
              <a:t> Bài toán này có ứng dụng trong nhiều lĩnh vực, như phát hiện bất thường trong chuỗi thời gian, phân tích dữ liệu y tế, tiên đoán sự cố hệ thống, phân tích dữ liệu tài chính, v.v.</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pPr marL="591820" indent="-285750" algn="just">
              <a:lnSpc>
                <a:spcPct val="115000"/>
              </a:lnSpc>
              <a:spcBef>
                <a:spcPts val="600"/>
              </a:spcBef>
            </a:pPr>
            <a:r>
              <a:rPr lang="vi-VN" sz="1800" spc="-10">
                <a:effectLst/>
                <a:latin typeface="Calibri" panose="020F0502020204030204" pitchFamily="34" charset="0"/>
                <a:ea typeface="Times New Roman" panose="02020603050405020304" pitchFamily="18" charset="0"/>
              </a:rPr>
              <a:t>Thường thì bài toán được giải quyết bằng các phương pháp dựa trên thuật toán như K-means, Hierarchical Clustering, DBSCAN, v.v. Các phương pháp này sẽ tìm cách gom cụm  các chuỗi con tương tự nhau dựa trên độ tương đồng của chúng. Một số độ tương đồng phổ biến được sử dụng trong bài toán này là Euclidean Distance, Dynamic Time Warping (DTW), Edit Distance with Real Penalty (ERP), v.v.</a:t>
            </a:r>
            <a:endParaRPr lang="vi-VN" sz="1800" spc="-10">
              <a:effectLst/>
              <a:latin typeface="Times New Roman" panose="02020603050405020304" pitchFamily="18" charset="0"/>
              <a:ea typeface="Times New Roman" panose="02020603050405020304" pitchFamily="18" charset="0"/>
            </a:endParaRPr>
          </a:p>
          <a:p>
            <a:endParaRPr lang="vi-V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2. Những nghiên cứu gần đây</a:t>
            </a:r>
            <a:endParaRPr lang="vi-VN"/>
          </a:p>
        </p:txBody>
      </p:sp>
      <p:sp>
        <p:nvSpPr>
          <p:cNvPr id="3" name="Content Placeholder 2"/>
          <p:cNvSpPr>
            <a:spLocks noGrp="1"/>
          </p:cNvSpPr>
          <p:nvPr>
            <p:ph idx="1"/>
          </p:nvPr>
        </p:nvSpPr>
        <p:spPr/>
        <p:txBody>
          <a:bodyPr>
            <a:noAutofit/>
          </a:bodyPr>
          <a:lstStyle/>
          <a:p>
            <a:pPr indent="180340" algn="l">
              <a:lnSpc>
                <a:spcPct val="150000"/>
              </a:lnSpc>
              <a:spcBef>
                <a:spcPts val="600"/>
              </a:spcBef>
              <a:spcAft>
                <a:spcPts val="600"/>
              </a:spcAft>
            </a:pPr>
            <a:r>
              <a:rPr lang="en-US" sz="1600" spc="-10">
                <a:effectLst/>
                <a:ea typeface="Times New Roman" panose="02020603050405020304" pitchFamily="18" charset="0"/>
              </a:rPr>
              <a:t>Trong quá trình nghiên cứu và phát triển, time series clustering chúng ta có một số cách tiếp cận như sau:</a:t>
            </a:r>
            <a:br>
              <a:rPr lang="vi-VN" sz="1600" i="1" spc="-10">
                <a:effectLst/>
                <a:ea typeface="Times New Roman" panose="02020603050405020304" pitchFamily="18" charset="0"/>
              </a:rPr>
            </a:br>
            <a:r>
              <a:rPr lang="vi-VN" sz="1600" i="1" spc="-10">
                <a:effectLst/>
                <a:ea typeface="Times New Roman" panose="02020603050405020304" pitchFamily="18" charset="0"/>
              </a:rPr>
              <a:t>- Khảo sát tài liệu về phương pháp phân cụm dựa trên </a:t>
            </a:r>
            <a:r>
              <a:rPr lang="vi-VN" sz="1600" b="1" i="1" spc="-10">
                <a:effectLst/>
                <a:ea typeface="Times New Roman" panose="02020603050405020304" pitchFamily="18" charset="0"/>
              </a:rPr>
              <a:t>khoảng cách tạm thời</a:t>
            </a:r>
            <a:r>
              <a:rPr lang="vi-VN" sz="1600" i="1" spc="-10">
                <a:effectLst/>
                <a:ea typeface="Times New Roman" panose="02020603050405020304" pitchFamily="18" charset="0"/>
              </a:rPr>
              <a:t>: Đây là cách tiếp cận thường hoạt động trực tiếp với dữ liệu chuỗi thời gian thô, vì vậy nó còn được gọi là cách tiếp cận dựa trên dữ liệu thô. Và việc sửa đổi chính nằm ở việc thay thế thước đo khoảng cách/độ tương tự cho dữ liệu tĩnh bằng thước đo thích hợp cho chuỗi thời gian.</a:t>
            </a:r>
            <a:endParaRPr lang="vi-VN" sz="1600" spc="-10">
              <a:effectLst/>
              <a:ea typeface="Times New Roman" panose="02020603050405020304" pitchFamily="18" charset="0"/>
            </a:endParaRPr>
          </a:p>
          <a:p>
            <a:pPr marL="329565" marR="81280" lvl="1" indent="-6350" algn="just">
              <a:lnSpc>
                <a:spcPct val="118000"/>
              </a:lnSpc>
              <a:spcAft>
                <a:spcPts val="1210"/>
              </a:spcAft>
            </a:pPr>
            <a:r>
              <a:rPr lang="vi-VN" i="1">
                <a:effectLst/>
                <a:ea typeface="Arial" panose="020B0604020202020204" pitchFamily="34" charset="0"/>
              </a:rPr>
              <a:t>- Khảo sát tài liệu về cách tiếp cận phân cụm dựa trên </a:t>
            </a:r>
            <a:r>
              <a:rPr lang="vi-VN" b="1" i="1">
                <a:effectLst/>
                <a:ea typeface="Arial" panose="020B0604020202020204" pitchFamily="34" charset="0"/>
              </a:rPr>
              <a:t>biểu diễn</a:t>
            </a:r>
            <a:r>
              <a:rPr lang="vi-VN" i="1">
                <a:effectLst/>
                <a:ea typeface="Arial" panose="020B0604020202020204" pitchFamily="34" charset="0"/>
              </a:rPr>
              <a:t>: không dễ thực hiện dữ liệu thô có độ nhiễu cao. Cách tiếp cận dựa trên tính năng trước tiên chúng ta cần phải chuyển đổi dữ liệu chuỗi thời gian thô thành một vectơ đặc trưng có kích thước ít hơn và sau đó chúng ta mới áp dụng các thuật toán phân cụm.</a:t>
            </a:r>
            <a:endParaRPr lang="vi-VN">
              <a:effectLst/>
              <a:ea typeface="Arial" panose="020B0604020202020204" pitchFamily="34" charset="0"/>
            </a:endParaRPr>
          </a:p>
          <a:p>
            <a:r>
              <a:rPr lang="vi-VN" sz="1600">
                <a:effectLst/>
                <a:ea typeface="Arial" panose="020B0604020202020204" pitchFamily="34" charset="0"/>
              </a:rPr>
              <a:t> </a:t>
            </a:r>
            <a:r>
              <a:rPr lang="vi-VN" sz="1600" i="1">
                <a:effectLst/>
                <a:ea typeface="Arial" panose="020B0604020202020204" pitchFamily="34" charset="0"/>
              </a:rPr>
              <a:t>- Khảo sát tài liệu về cách tiếp cận phân cụm dựa trên </a:t>
            </a:r>
            <a:r>
              <a:rPr lang="vi-VN" sz="1600" b="1" i="1">
                <a:effectLst/>
                <a:ea typeface="Arial" panose="020B0604020202020204" pitchFamily="34" charset="0"/>
              </a:rPr>
              <a:t>mô hình</a:t>
            </a:r>
            <a:r>
              <a:rPr lang="vi-VN" sz="1600" i="1">
                <a:effectLst/>
                <a:ea typeface="Arial" panose="020B0604020202020204" pitchFamily="34" charset="0"/>
              </a:rPr>
              <a:t>:Đây là cách tiếp cận xem xét rằng mỗi chuỗi thời gian được tạo ra bởi một số loại mô hình/phân phối xác suất. Lưu ý rằng, chuỗi thời gian ở đây được coi là tương tự nhau khi các mô hình đặc trưng cho từng chuỗi riêng lẻ hoặc phần dư còn lại sau khi chúng ta điều chỉnh mô hình là tương tự nhau.[1]</a:t>
            </a:r>
            <a:br>
              <a:rPr lang="vi-VN" sz="1600" i="1">
                <a:effectLst/>
                <a:ea typeface="Arial" panose="020B0604020202020204" pitchFamily="34" charset="0"/>
              </a:rPr>
            </a:br>
            <a:endParaRPr lang="vi-VN"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3. Thuật toán </a:t>
            </a:r>
            <a:endParaRPr lang="vi-VN"/>
          </a:p>
        </p:txBody>
      </p:sp>
      <p:sp>
        <p:nvSpPr>
          <p:cNvPr id="3" name="Content Placeholder 2"/>
          <p:cNvSpPr>
            <a:spLocks noGrp="1"/>
          </p:cNvSpPr>
          <p:nvPr>
            <p:ph idx="1"/>
          </p:nvPr>
        </p:nvSpPr>
        <p:spPr/>
        <p:txBody>
          <a:bodyPr/>
          <a:lstStyle/>
          <a:p>
            <a:r>
              <a:rPr lang="en-US" dirty="0" err="1">
                <a:solidFill>
                  <a:schemeClr val="tx1">
                    <a:lumMod val="95000"/>
                    <a:lumOff val="5000"/>
                  </a:schemeClr>
                </a:solidFill>
              </a:rPr>
              <a:t>Nội</a:t>
            </a:r>
            <a:r>
              <a:rPr lang="en-US" dirty="0">
                <a:solidFill>
                  <a:schemeClr val="tx1">
                    <a:lumMod val="95000"/>
                    <a:lumOff val="5000"/>
                  </a:schemeClr>
                </a:solidFill>
              </a:rPr>
              <a:t> dung </a:t>
            </a:r>
            <a:r>
              <a:rPr lang="en-US" dirty="0" err="1">
                <a:solidFill>
                  <a:schemeClr val="tx1">
                    <a:lumMod val="95000"/>
                    <a:lumOff val="5000"/>
                  </a:schemeClr>
                </a:solidFill>
              </a:rPr>
              <a:t>thuật</a:t>
            </a:r>
            <a:r>
              <a:rPr lang="en-US" dirty="0">
                <a:solidFill>
                  <a:schemeClr val="tx1">
                    <a:lumMod val="95000"/>
                    <a:lumOff val="5000"/>
                  </a:schemeClr>
                </a:solidFill>
              </a:rPr>
              <a:t> </a:t>
            </a:r>
            <a:r>
              <a:rPr lang="en-US" dirty="0" err="1">
                <a:solidFill>
                  <a:schemeClr val="tx1">
                    <a:lumMod val="95000"/>
                    <a:lumOff val="5000"/>
                  </a:schemeClr>
                </a:solidFill>
              </a:rPr>
              <a:t>toán</a:t>
            </a:r>
            <a:endParaRPr lang="vi-VN" dirty="0">
              <a:solidFill>
                <a:schemeClr val="tx1">
                  <a:lumMod val="95000"/>
                  <a:lumOff val="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pic>
        <p:nvPicPr>
          <p:cNvPr id="3" name="Picture 2" descr="A picture containing diagram&#10;&#10;Description automatically generated"/>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21191" y="615296"/>
            <a:ext cx="4682461" cy="6157245"/>
          </a:xfrm>
          <a:prstGeom prst="rect">
            <a:avLst/>
          </a:prstGeom>
          <a:noFill/>
          <a:ln>
            <a:noFill/>
          </a:ln>
        </p:spPr>
      </p:pic>
      <p:sp>
        <p:nvSpPr>
          <p:cNvPr id="4" name="TextBox 3"/>
          <p:cNvSpPr txBox="1"/>
          <p:nvPr/>
        </p:nvSpPr>
        <p:spPr>
          <a:xfrm>
            <a:off x="376014" y="1653963"/>
            <a:ext cx="6281159" cy="3550074"/>
          </a:xfrm>
          <a:prstGeom prst="rect">
            <a:avLst/>
          </a:prstGeom>
          <a:noFill/>
        </p:spPr>
        <p:txBody>
          <a:bodyPr wrap="square" rtlCol="0">
            <a:spAutoFit/>
          </a:bodyPr>
          <a:lstStyle/>
          <a:p>
            <a:pPr marL="342900" marR="81280" lvl="0" indent="-342900" algn="just">
              <a:lnSpc>
                <a:spcPct val="118000"/>
              </a:lnSpc>
              <a:spcAft>
                <a:spcPts val="1210"/>
              </a:spcAft>
              <a:buFont typeface="Symbol" panose="05050102010706020507" pitchFamily="18" charset="2"/>
              <a:buChar char=""/>
            </a:pPr>
            <a:r>
              <a:rPr lang="vi-VN"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Khởi tạo danh sách subsequence ban đầu</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pPr marL="342900" marR="81280" lvl="0" indent="-342900" algn="just">
              <a:lnSpc>
                <a:spcPct val="118000"/>
              </a:lnSpc>
              <a:spcAft>
                <a:spcPts val="1210"/>
              </a:spcAft>
              <a:buFont typeface="Symbol" panose="05050102010706020507" pitchFamily="18" charset="2"/>
              <a:buChar char=""/>
            </a:pPr>
            <a:r>
              <a:rPr lang="vi-VN"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Phân chia các subsequence thành các cụm ban đầu và tính tổng sai số ban đầu</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pPr marL="342900" marR="81280" lvl="0" indent="-342900" algn="just">
              <a:lnSpc>
                <a:spcPct val="118000"/>
              </a:lnSpc>
              <a:spcAft>
                <a:spcPts val="1210"/>
              </a:spcAft>
              <a:buFont typeface="Symbol" panose="05050102010706020507" pitchFamily="18" charset="2"/>
              <a:buChar char=""/>
            </a:pPr>
            <a:r>
              <a:rPr lang="vi-VN"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Thực hiện phân chia hoặc kết hợp các cụm để giảm số lượng cụm</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pPr marL="342900" marR="81280" lvl="0" indent="-342900" algn="just">
              <a:lnSpc>
                <a:spcPct val="118000"/>
              </a:lnSpc>
              <a:spcAft>
                <a:spcPts val="1210"/>
              </a:spcAft>
              <a:buFont typeface="Symbol" panose="05050102010706020507" pitchFamily="18" charset="2"/>
              <a:buChar char=""/>
            </a:pPr>
            <a:r>
              <a:rPr lang="vi-VN" sz="18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Tính lại tổng sai số sau mỗi lần phân chia hoặc kết hợp cụm để so sánh với tổng sai số trước đó</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r>
              <a:rPr lang="vi-VN" sz="1800">
                <a:solidFill>
                  <a:srgbClr val="000000"/>
                </a:solidFill>
                <a:effectLst/>
                <a:latin typeface="Calibri" panose="020F0502020204030204" pitchFamily="34" charset="0"/>
                <a:ea typeface="Times New Roman" panose="02020603050405020304" pitchFamily="18" charset="0"/>
              </a:rPr>
              <a:t>Kiểm tra điều kiện dừng của thuật toán khi số lượng cụm đạt tới giới hạn yêu cầu và tổng sai số không còn cải thiện được nữa.</a:t>
            </a:r>
            <a:endParaRPr lang="vi-VN"/>
          </a:p>
        </p:txBody>
      </p:sp>
      <p:sp>
        <p:nvSpPr>
          <p:cNvPr id="8" name="TextBox 7"/>
          <p:cNvSpPr txBox="1"/>
          <p:nvPr/>
        </p:nvSpPr>
        <p:spPr>
          <a:xfrm>
            <a:off x="376014" y="876683"/>
            <a:ext cx="6872522" cy="646331"/>
          </a:xfrm>
          <a:prstGeom prst="rect">
            <a:avLst/>
          </a:prstGeom>
          <a:noFill/>
        </p:spPr>
        <p:txBody>
          <a:bodyPr wrap="none" rtlCol="0">
            <a:spAutoFit/>
          </a:bodyPr>
          <a:lstStyle/>
          <a:p>
            <a:r>
              <a:rPr lang="vi-VN" sz="1800" b="1">
                <a:effectLst/>
                <a:latin typeface="Calibri" panose="020F0502020204030204" pitchFamily="34" charset="0"/>
                <a:ea typeface="Times New Roman" panose="02020603050405020304" pitchFamily="18" charset="0"/>
                <a:cs typeface="Times New Roman" panose="02020603050405020304" pitchFamily="18" charset="0"/>
              </a:rPr>
              <a:t>Thuật toán 2</a:t>
            </a:r>
            <a:r>
              <a:rPr lang="vi-VN" sz="1800">
                <a:effectLst/>
                <a:latin typeface="Calibri" panose="020F0502020204030204" pitchFamily="34" charset="0"/>
                <a:ea typeface="Times New Roman" panose="02020603050405020304" pitchFamily="18" charset="0"/>
                <a:cs typeface="Times New Roman" panose="02020603050405020304" pitchFamily="18" charset="0"/>
              </a:rPr>
              <a:t>: </a:t>
            </a:r>
            <a:r>
              <a:rPr lang="vi-VN" sz="1800">
                <a:effectLst/>
                <a:latin typeface="Calibri" panose="020F0502020204030204" pitchFamily="34" charset="0"/>
                <a:ea typeface="Times New Roman" panose="02020603050405020304" pitchFamily="18" charset="0"/>
              </a:rPr>
              <a:t>Phân cụm chuỗi con </a:t>
            </a:r>
            <a:r>
              <a:rPr lang="en-US" sz="1800">
                <a:effectLst/>
                <a:latin typeface="Calibri" panose="020F0502020204030204" pitchFamily="34" charset="0"/>
                <a:ea typeface="Times New Roman" panose="02020603050405020304" pitchFamily="18" charset="0"/>
              </a:rPr>
              <a:t>thay đổi</a:t>
            </a:r>
            <a:r>
              <a:rPr lang="vi-VN" sz="1800">
                <a:effectLst/>
                <a:latin typeface="Calibri" panose="020F0502020204030204" pitchFamily="34" charset="0"/>
                <a:ea typeface="Times New Roman" panose="02020603050405020304" pitchFamily="18" charset="0"/>
              </a:rPr>
              <a:t> trong một chuỗi thời gian. </a:t>
            </a:r>
            <a:endParaRPr lang="vi-VN" sz="1800">
              <a:effectLst/>
              <a:latin typeface="Arial" panose="020B0604020202020204" pitchFamily="34" charset="0"/>
              <a:ea typeface="Arial" panose="020B0604020202020204" pitchFamily="34" charset="0"/>
              <a:cs typeface="Times New Roman" panose="02020603050405020304" pitchFamily="18" charset="0"/>
            </a:endParaRPr>
          </a:p>
          <a:p>
            <a:endParaRPr lang="vi-VN"/>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a:t>4. </a:t>
            </a:r>
            <a:r>
              <a:rPr lang="en-US" b="1" kern="0" cap="all" spc="-10">
                <a:effectLst/>
                <a:latin typeface="Calibri" panose="020F0502020204030204" pitchFamily="34" charset="0"/>
                <a:ea typeface="Times New Roman" panose="02020603050405020304" pitchFamily="18" charset="0"/>
                <a:cs typeface="Times New Roman" panose="02020603050405020304" pitchFamily="18" charset="0"/>
              </a:rPr>
              <a:t>Kết quả thực nghiệm</a:t>
            </a:r>
            <a:endParaRPr lang="vi-VN" b="1"/>
          </a:p>
        </p:txBody>
      </p:sp>
      <p:sp>
        <p:nvSpPr>
          <p:cNvPr id="3" name="Content Placeholder 2"/>
          <p:cNvSpPr>
            <a:spLocks noGrp="1"/>
          </p:cNvSpPr>
          <p:nvPr>
            <p:ph idx="1"/>
          </p:nvPr>
        </p:nvSpPr>
        <p:spPr>
          <a:xfrm>
            <a:off x="581192" y="2180495"/>
            <a:ext cx="11029615" cy="4245941"/>
          </a:xfrm>
        </p:spPr>
        <p:txBody>
          <a:bodyPr>
            <a:noAutofit/>
          </a:bodyPr>
          <a:lstStyle/>
          <a:p>
            <a:pPr marL="306070" lvl="1" indent="0" algn="just">
              <a:lnSpc>
                <a:spcPct val="150000"/>
              </a:lnSpc>
              <a:spcBef>
                <a:spcPts val="600"/>
              </a:spcBef>
              <a:buNone/>
            </a:pPr>
            <a:r>
              <a:rPr lang="en-US" sz="1800" b="1" kern="1400" spc="-10">
                <a:solidFill>
                  <a:srgbClr val="002060"/>
                </a:solidFill>
              </a:rPr>
              <a:t>4.1. Mô tả dữ liệu thực nghiệm</a:t>
            </a:r>
            <a:endParaRPr lang="vi-VN" sz="1800" b="1" kern="1400" spc="-10">
              <a:solidFill>
                <a:srgbClr val="002060"/>
              </a:solidFill>
            </a:endParaRPr>
          </a:p>
          <a:p>
            <a:pPr indent="0" algn="just">
              <a:lnSpc>
                <a:spcPct val="150000"/>
              </a:lnSpc>
              <a:spcBef>
                <a:spcPts val="600"/>
              </a:spcBef>
              <a:spcAft>
                <a:spcPts val="600"/>
              </a:spcAft>
              <a:buNone/>
            </a:pPr>
            <a:r>
              <a:rPr lang="vi-VN" sz="1600" spc="-10">
                <a:effectLst/>
                <a:ea typeface="Times New Roman" panose="02020603050405020304" pitchFamily="18" charset="0"/>
              </a:rPr>
              <a:t>	Quá trình thực nghiệm được tiến hành trên bộ dữ liệu</a:t>
            </a:r>
            <a:r>
              <a:rPr lang="en-US" sz="1600" spc="-10">
                <a:effectLst/>
                <a:ea typeface="Times New Roman" panose="02020603050405020304" pitchFamily="18" charset="0"/>
              </a:rPr>
              <a:t> chuỗi thời gian</a:t>
            </a:r>
            <a:r>
              <a:rPr lang="vi-VN" sz="1600" spc="-10">
                <a:effectLst/>
                <a:ea typeface="Times New Roman" panose="02020603050405020304" pitchFamily="18" charset="0"/>
              </a:rPr>
              <a:t> thực tế </a:t>
            </a:r>
            <a:r>
              <a:rPr lang="en-US" sz="1600" b="1" spc="-10">
                <a:effectLst/>
                <a:ea typeface="Times New Roman" panose="02020603050405020304" pitchFamily="18" charset="0"/>
              </a:rPr>
              <a:t>(GestureMidAir)</a:t>
            </a:r>
            <a:r>
              <a:rPr lang="en-US" sz="1600" spc="-10">
                <a:effectLst/>
                <a:ea typeface="Times New Roman" panose="02020603050405020304" pitchFamily="18" charset="0"/>
              </a:rPr>
              <a:t> và chuỗi thời gian nhân tạo.</a:t>
            </a:r>
            <a:endParaRPr lang="en-US" sz="1600" spc="-10">
              <a:ea typeface="Times New Roman" panose="02020603050405020304" pitchFamily="18" charset="0"/>
            </a:endParaRPr>
          </a:p>
          <a:p>
            <a:pPr indent="0" algn="just">
              <a:lnSpc>
                <a:spcPct val="150000"/>
              </a:lnSpc>
              <a:spcBef>
                <a:spcPts val="600"/>
              </a:spcBef>
              <a:spcAft>
                <a:spcPts val="600"/>
              </a:spcAft>
              <a:buNone/>
            </a:pPr>
            <a:r>
              <a:rPr lang="en-US" b="1" kern="1400" spc="-10">
                <a:solidFill>
                  <a:srgbClr val="002060"/>
                </a:solidFill>
                <a:effectLst/>
                <a:ea typeface="Times New Roman" panose="02020603050405020304" pitchFamily="18" charset="0"/>
              </a:rPr>
              <a:t>4.2. Phương pháp tiến hành</a:t>
            </a:r>
            <a:endParaRPr lang="vi-VN" b="1" kern="1400" spc="-10">
              <a:solidFill>
                <a:srgbClr val="002060"/>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Phương pháp so sánh và đánh giá</a:t>
            </a:r>
            <a:endParaRPr lang="en-US" sz="1600" b="1" i="1" kern="1400">
              <a:solidFill>
                <a:srgbClr val="44546A"/>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Tiến hành trên chuỗi thời gian nhân tạo</a:t>
            </a:r>
            <a:endParaRPr lang="vi-VN" sz="1600" b="1" i="1" kern="1400">
              <a:solidFill>
                <a:srgbClr val="44546A"/>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Tiến hành trên chuỗi thời gian thực</a:t>
            </a:r>
            <a:endParaRPr lang="en-US" sz="1600" b="1" i="1" kern="1400">
              <a:solidFill>
                <a:srgbClr val="44546A"/>
              </a:solidFill>
              <a:ea typeface="Times New Roman" panose="02020603050405020304" pitchFamily="18" charset="0"/>
            </a:endParaRPr>
          </a:p>
          <a:p>
            <a:pPr indent="0" algn="just">
              <a:lnSpc>
                <a:spcPct val="150000"/>
              </a:lnSpc>
              <a:spcBef>
                <a:spcPts val="600"/>
              </a:spcBef>
              <a:buNone/>
            </a:pPr>
            <a:r>
              <a:rPr lang="en-US" b="1" kern="1400" spc="-10">
                <a:solidFill>
                  <a:srgbClr val="002060"/>
                </a:solidFill>
              </a:rPr>
              <a:t>4.3. Đánh giá kết quả</a:t>
            </a:r>
            <a:endParaRPr lang="vi-VN" b="1" kern="1400" spc="-10">
              <a:solidFill>
                <a:srgbClr val="002060"/>
              </a:solidFill>
            </a:endParaRPr>
          </a:p>
          <a:p>
            <a:pPr marL="644525" lvl="1" indent="0" algn="just">
              <a:lnSpc>
                <a:spcPct val="115000"/>
              </a:lnSpc>
              <a:spcBef>
                <a:spcPts val="600"/>
              </a:spcBef>
              <a:spcAft>
                <a:spcPts val="300"/>
              </a:spcAft>
              <a:buNone/>
            </a:pPr>
            <a:r>
              <a:rPr lang="en-US" b="1" i="1" kern="1400">
                <a:solidFill>
                  <a:srgbClr val="44546A"/>
                </a:solidFill>
                <a:effectLst/>
                <a:ea typeface="Times New Roman" panose="02020603050405020304" pitchFamily="18" charset="0"/>
              </a:rPr>
              <a:t>	- Với chuỗi thời gian nhân tạo</a:t>
            </a:r>
            <a:endParaRPr lang="vi-VN" b="1" i="1" kern="1400">
              <a:solidFill>
                <a:srgbClr val="44546A"/>
              </a:solidFill>
              <a:effectLst/>
              <a:ea typeface="Times New Roman" panose="02020603050405020304" pitchFamily="18" charset="0"/>
            </a:endParaRPr>
          </a:p>
          <a:p>
            <a:pPr marL="644525" lvl="1" indent="0" algn="just">
              <a:lnSpc>
                <a:spcPct val="115000"/>
              </a:lnSpc>
              <a:spcBef>
                <a:spcPts val="600"/>
              </a:spcBef>
              <a:spcAft>
                <a:spcPts val="300"/>
              </a:spcAft>
              <a:buNone/>
            </a:pPr>
            <a:r>
              <a:rPr lang="en-US" b="1" i="1" kern="1400">
                <a:solidFill>
                  <a:srgbClr val="44546A"/>
                </a:solidFill>
                <a:effectLst/>
                <a:ea typeface="Times New Roman" panose="02020603050405020304" pitchFamily="18" charset="0"/>
              </a:rPr>
              <a:t>	- Với chuỗi thời gian thực</a:t>
            </a:r>
            <a:endParaRPr lang="vi-VN" b="1" i="1" kern="1400">
              <a:solidFill>
                <a:srgbClr val="44546A"/>
              </a:solidFill>
              <a:effectLst/>
              <a:ea typeface="Times New Roman" panose="02020603050405020304" pitchFamily="18" charset="0"/>
            </a:endParaRPr>
          </a:p>
          <a:p>
            <a:endParaRPr lang="vi-VN"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a:t>4. </a:t>
            </a:r>
            <a:r>
              <a:rPr lang="en-US" b="1" kern="0" cap="all" spc="-10">
                <a:effectLst/>
                <a:latin typeface="Calibri" panose="020F0502020204030204" pitchFamily="34" charset="0"/>
                <a:ea typeface="Times New Roman" panose="02020603050405020304" pitchFamily="18" charset="0"/>
                <a:cs typeface="Times New Roman" panose="02020603050405020304" pitchFamily="18" charset="0"/>
              </a:rPr>
              <a:t>Kết quả thực nghiệm</a:t>
            </a:r>
            <a:endParaRPr lang="vi-VN" b="1"/>
          </a:p>
        </p:txBody>
      </p:sp>
      <p:sp>
        <p:nvSpPr>
          <p:cNvPr id="3" name="Content Placeholder 2"/>
          <p:cNvSpPr>
            <a:spLocks noGrp="1"/>
          </p:cNvSpPr>
          <p:nvPr>
            <p:ph idx="1"/>
          </p:nvPr>
        </p:nvSpPr>
        <p:spPr>
          <a:xfrm>
            <a:off x="581192" y="2180495"/>
            <a:ext cx="11029615" cy="4245941"/>
          </a:xfrm>
        </p:spPr>
        <p:txBody>
          <a:bodyPr>
            <a:noAutofit/>
          </a:bodyPr>
          <a:lstStyle/>
          <a:p>
            <a:pPr marL="306070" lvl="1" indent="0" algn="just">
              <a:lnSpc>
                <a:spcPct val="150000"/>
              </a:lnSpc>
              <a:spcBef>
                <a:spcPts val="600"/>
              </a:spcBef>
              <a:buNone/>
            </a:pPr>
            <a:r>
              <a:rPr lang="en-US" sz="1800" b="1" kern="1400" spc="-10">
                <a:solidFill>
                  <a:srgbClr val="002060"/>
                </a:solidFill>
              </a:rPr>
              <a:t>4.1. Mô tả dữ liệu thực nghiệm</a:t>
            </a:r>
            <a:endParaRPr lang="vi-VN" sz="1800" b="1" kern="1400" spc="-10">
              <a:solidFill>
                <a:srgbClr val="002060"/>
              </a:solidFill>
            </a:endParaRPr>
          </a:p>
          <a:p>
            <a:pPr indent="0" algn="just">
              <a:lnSpc>
                <a:spcPct val="150000"/>
              </a:lnSpc>
              <a:spcBef>
                <a:spcPts val="600"/>
              </a:spcBef>
              <a:spcAft>
                <a:spcPts val="600"/>
              </a:spcAft>
              <a:buNone/>
            </a:pPr>
            <a:r>
              <a:rPr lang="vi-VN" sz="1600" spc="-10">
                <a:effectLst/>
                <a:ea typeface="Times New Roman" panose="02020603050405020304" pitchFamily="18" charset="0"/>
              </a:rPr>
              <a:t>	Quá trình thực nghiệm được tiến hành trên bộ dữ liệu</a:t>
            </a:r>
            <a:r>
              <a:rPr lang="en-US" sz="1600" spc="-10">
                <a:effectLst/>
                <a:ea typeface="Times New Roman" panose="02020603050405020304" pitchFamily="18" charset="0"/>
              </a:rPr>
              <a:t> chuỗi thời gian</a:t>
            </a:r>
            <a:r>
              <a:rPr lang="vi-VN" sz="1600" spc="-10">
                <a:effectLst/>
                <a:ea typeface="Times New Roman" panose="02020603050405020304" pitchFamily="18" charset="0"/>
              </a:rPr>
              <a:t> thực tế </a:t>
            </a:r>
            <a:r>
              <a:rPr lang="en-US" sz="1600" b="1" spc="-10">
                <a:effectLst/>
                <a:ea typeface="Times New Roman" panose="02020603050405020304" pitchFamily="18" charset="0"/>
              </a:rPr>
              <a:t>(GestureMidAir)</a:t>
            </a:r>
            <a:r>
              <a:rPr lang="en-US" sz="1600" spc="-10">
                <a:effectLst/>
                <a:ea typeface="Times New Roman" panose="02020603050405020304" pitchFamily="18" charset="0"/>
              </a:rPr>
              <a:t> và chuỗi thời gian nhân tạo.</a:t>
            </a:r>
            <a:endParaRPr lang="en-US" sz="1600" spc="-10">
              <a:ea typeface="Times New Roman" panose="02020603050405020304" pitchFamily="18" charset="0"/>
            </a:endParaRPr>
          </a:p>
          <a:p>
            <a:pPr indent="0" algn="just">
              <a:lnSpc>
                <a:spcPct val="150000"/>
              </a:lnSpc>
              <a:spcBef>
                <a:spcPts val="600"/>
              </a:spcBef>
              <a:spcAft>
                <a:spcPts val="600"/>
              </a:spcAft>
              <a:buNone/>
            </a:pPr>
            <a:r>
              <a:rPr lang="en-US" b="1" kern="1400" spc="-10">
                <a:solidFill>
                  <a:srgbClr val="002060"/>
                </a:solidFill>
                <a:effectLst/>
                <a:ea typeface="Times New Roman" panose="02020603050405020304" pitchFamily="18" charset="0"/>
              </a:rPr>
              <a:t>4.2. Phương pháp tiến hành</a:t>
            </a:r>
            <a:endParaRPr lang="vi-VN" b="1" kern="1400" spc="-10">
              <a:solidFill>
                <a:srgbClr val="002060"/>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Phương pháp so sánh và đánh giá</a:t>
            </a:r>
            <a:endParaRPr lang="en-US" sz="1600" b="1" i="1" kern="1400">
              <a:solidFill>
                <a:srgbClr val="44546A"/>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Tiến hành trên chuỗi thời gian nhân tạo</a:t>
            </a:r>
            <a:endParaRPr lang="vi-VN" sz="1600" b="1" i="1" kern="1400">
              <a:solidFill>
                <a:srgbClr val="44546A"/>
              </a:solidFill>
              <a:effectLst/>
              <a:ea typeface="Times New Roman" panose="02020603050405020304" pitchFamily="18" charset="0"/>
            </a:endParaRPr>
          </a:p>
          <a:p>
            <a:pPr marL="914400" lvl="2" indent="0" algn="just">
              <a:lnSpc>
                <a:spcPct val="115000"/>
              </a:lnSpc>
              <a:spcBef>
                <a:spcPts val="600"/>
              </a:spcBef>
              <a:spcAft>
                <a:spcPts val="300"/>
              </a:spcAft>
              <a:buNone/>
            </a:pPr>
            <a:r>
              <a:rPr lang="en-US" sz="1600" b="1" i="1" kern="1400">
                <a:solidFill>
                  <a:srgbClr val="44546A"/>
                </a:solidFill>
                <a:effectLst/>
                <a:ea typeface="Times New Roman" panose="02020603050405020304" pitchFamily="18" charset="0"/>
              </a:rPr>
              <a:t>- Tiến hành trên chuỗi thời gian thực</a:t>
            </a:r>
            <a:endParaRPr lang="en-US" sz="1600" b="1" i="1" kern="1400">
              <a:solidFill>
                <a:srgbClr val="44546A"/>
              </a:solidFill>
              <a:ea typeface="Times New Roman" panose="02020603050405020304" pitchFamily="18" charset="0"/>
            </a:endParaRPr>
          </a:p>
          <a:p>
            <a:pPr indent="0" algn="just">
              <a:lnSpc>
                <a:spcPct val="150000"/>
              </a:lnSpc>
              <a:spcBef>
                <a:spcPts val="600"/>
              </a:spcBef>
              <a:buNone/>
            </a:pPr>
            <a:r>
              <a:rPr lang="en-US" b="1" kern="1400" spc="-10">
                <a:solidFill>
                  <a:srgbClr val="002060"/>
                </a:solidFill>
              </a:rPr>
              <a:t>4.3. Đánh giá kết quả</a:t>
            </a:r>
            <a:endParaRPr lang="vi-VN" b="1" kern="1400" spc="-10">
              <a:solidFill>
                <a:srgbClr val="002060"/>
              </a:solidFill>
            </a:endParaRPr>
          </a:p>
          <a:p>
            <a:pPr marL="644525" lvl="1" indent="0" algn="just">
              <a:lnSpc>
                <a:spcPct val="115000"/>
              </a:lnSpc>
              <a:spcBef>
                <a:spcPts val="600"/>
              </a:spcBef>
              <a:spcAft>
                <a:spcPts val="300"/>
              </a:spcAft>
              <a:buNone/>
            </a:pPr>
            <a:r>
              <a:rPr lang="en-US" b="1" i="1" kern="1400">
                <a:solidFill>
                  <a:srgbClr val="44546A"/>
                </a:solidFill>
                <a:effectLst/>
                <a:ea typeface="Times New Roman" panose="02020603050405020304" pitchFamily="18" charset="0"/>
              </a:rPr>
              <a:t>	- Với chuỗi thời gian nhân tạo</a:t>
            </a:r>
            <a:endParaRPr lang="vi-VN" b="1" i="1" kern="1400">
              <a:solidFill>
                <a:srgbClr val="44546A"/>
              </a:solidFill>
              <a:effectLst/>
              <a:ea typeface="Times New Roman" panose="02020603050405020304" pitchFamily="18" charset="0"/>
            </a:endParaRPr>
          </a:p>
          <a:p>
            <a:pPr marL="644525" lvl="1" indent="0" algn="just">
              <a:lnSpc>
                <a:spcPct val="115000"/>
              </a:lnSpc>
              <a:spcBef>
                <a:spcPts val="600"/>
              </a:spcBef>
              <a:spcAft>
                <a:spcPts val="300"/>
              </a:spcAft>
              <a:buNone/>
            </a:pPr>
            <a:r>
              <a:rPr lang="en-US" b="1" i="1" kern="1400">
                <a:solidFill>
                  <a:srgbClr val="44546A"/>
                </a:solidFill>
                <a:effectLst/>
                <a:ea typeface="Times New Roman" panose="02020603050405020304" pitchFamily="18" charset="0"/>
              </a:rPr>
              <a:t>	- Với chuỗi thời gian thực</a:t>
            </a:r>
            <a:endParaRPr lang="vi-VN" b="1" i="1" kern="1400">
              <a:solidFill>
                <a:srgbClr val="44546A"/>
              </a:solidFill>
              <a:effectLst/>
              <a:ea typeface="Times New Roman" panose="02020603050405020304" pitchFamily="18" charset="0"/>
            </a:endParaRPr>
          </a:p>
          <a:p>
            <a:endParaRPr lang="vi-VN"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a:t>4.2. </a:t>
            </a:r>
            <a:r>
              <a:rPr lang="en-US" b="1" kern="1400" spc="-10">
                <a:effectLst/>
                <a:latin typeface="Calibri" panose="020F0502020204030204" pitchFamily="34" charset="0"/>
                <a:ea typeface="Times New Roman" panose="02020603050405020304" pitchFamily="18" charset="0"/>
                <a:cs typeface="Times New Roman" panose="02020603050405020304" pitchFamily="18" charset="0"/>
              </a:rPr>
              <a:t>Phương pháp tiến hành</a:t>
            </a:r>
            <a:endParaRPr lang="vi-VN" b="1"/>
          </a:p>
        </p:txBody>
      </p:sp>
      <p:sp>
        <p:nvSpPr>
          <p:cNvPr id="3" name="Content Placeholder 2"/>
          <p:cNvSpPr>
            <a:spLocks noGrp="1"/>
          </p:cNvSpPr>
          <p:nvPr>
            <p:ph idx="1"/>
          </p:nvPr>
        </p:nvSpPr>
        <p:spPr>
          <a:xfrm>
            <a:off x="581192" y="2180495"/>
            <a:ext cx="11118001" cy="4245941"/>
          </a:xfrm>
        </p:spPr>
        <p:txBody>
          <a:bodyPr>
            <a:noAutofit/>
          </a:bodyPr>
          <a:lstStyle/>
          <a:p>
            <a:pPr indent="0" algn="just">
              <a:lnSpc>
                <a:spcPct val="150000"/>
              </a:lnSpc>
              <a:spcBef>
                <a:spcPts val="600"/>
              </a:spcBef>
              <a:spcAft>
                <a:spcPts val="600"/>
              </a:spcAft>
              <a:buNone/>
            </a:pPr>
            <a:r>
              <a:rPr lang="en-US" sz="1800" spc="-10">
                <a:effectLst/>
                <a:latin typeface="Calibri" panose="020F0502020204030204" pitchFamily="34" charset="0"/>
                <a:ea typeface="Times New Roman" panose="02020603050405020304" pitchFamily="18" charset="0"/>
              </a:rPr>
              <a:t>Kết quả thực nghiệm được so sánh với ba phương pháp phân cụm chuỗi con:</a:t>
            </a:r>
            <a:endParaRPr lang="en-US" sz="1800" spc="-10">
              <a:effectLst/>
              <a:latin typeface="Calibri" panose="020F0502020204030204" pitchFamily="34" charset="0"/>
              <a:ea typeface="Times New Roman" panose="02020603050405020304" pitchFamily="18" charset="0"/>
            </a:endParaRPr>
          </a:p>
          <a:p>
            <a:pPr marL="591820" indent="-285750" algn="just">
              <a:lnSpc>
                <a:spcPct val="150000"/>
              </a:lnSpc>
              <a:spcBef>
                <a:spcPts val="600"/>
              </a:spcBef>
            </a:pPr>
            <a:r>
              <a:rPr lang="en-US" spc="-10">
                <a:ea typeface="Times New Roman" panose="02020603050405020304" pitchFamily="18" charset="0"/>
              </a:rPr>
              <a:t>P</a:t>
            </a:r>
            <a:r>
              <a:rPr lang="en-US" sz="1800" spc="-10">
                <a:effectLst/>
                <a:latin typeface="Calibri" panose="020F0502020204030204" pitchFamily="34" charset="0"/>
                <a:ea typeface="Times New Roman" panose="02020603050405020304" pitchFamily="18" charset="0"/>
              </a:rPr>
              <a:t>hương pháp dựa trên Sliding windows (</a:t>
            </a:r>
            <a:r>
              <a:rPr lang="vi-VN" sz="1800">
                <a:effectLst/>
                <a:latin typeface="Calibri" panose="020F0502020204030204" pitchFamily="34" charset="0"/>
                <a:ea typeface="Arial" panose="020B0604020202020204" pitchFamily="34" charset="0"/>
              </a:rPr>
              <a:t>Kmeans, DTWGAK và NeuralGas </a:t>
            </a:r>
            <a:r>
              <a:rPr lang="en-US" sz="1800" spc="-10">
                <a:effectLst/>
                <a:latin typeface="Calibri" panose="020F0502020204030204" pitchFamily="34" charset="0"/>
                <a:ea typeface="Times New Roman" panose="02020603050405020304" pitchFamily="18" charset="0"/>
              </a:rPr>
              <a:t>).</a:t>
            </a:r>
            <a:endParaRPr lang="en-US" sz="1800" spc="-10">
              <a:effectLst/>
              <a:latin typeface="Calibri" panose="020F0502020204030204" pitchFamily="34" charset="0"/>
              <a:ea typeface="Times New Roman" panose="02020603050405020304" pitchFamily="18" charset="0"/>
            </a:endParaRPr>
          </a:p>
          <a:p>
            <a:pPr marL="591820" indent="-285750" algn="just">
              <a:lnSpc>
                <a:spcPct val="150000"/>
              </a:lnSpc>
              <a:spcBef>
                <a:spcPts val="600"/>
              </a:spcBef>
            </a:pPr>
            <a:r>
              <a:rPr lang="en-US" spc="-10">
                <a:ea typeface="Times New Roman" panose="02020603050405020304" pitchFamily="18" charset="0"/>
              </a:rPr>
              <a:t>P</a:t>
            </a:r>
            <a:r>
              <a:rPr lang="en-US" sz="1800" spc="-10">
                <a:effectLst/>
                <a:latin typeface="Calibri" panose="020F0502020204030204" pitchFamily="34" charset="0"/>
                <a:ea typeface="Times New Roman" panose="02020603050405020304" pitchFamily="18" charset="0"/>
              </a:rPr>
              <a:t>hương pháp trích xuất k-motif (</a:t>
            </a:r>
            <a:r>
              <a:rPr lang="vi-VN" sz="1800">
                <a:effectLst/>
                <a:latin typeface="Calibri" panose="020F0502020204030204" pitchFamily="34" charset="0"/>
                <a:ea typeface="Arial" panose="020B0604020202020204" pitchFamily="34" charset="0"/>
              </a:rPr>
              <a:t>Kmeans, DTWGAK và NeuralGas </a:t>
            </a:r>
            <a:r>
              <a:rPr lang="en-US" sz="1800" spc="-10">
                <a:effectLst/>
                <a:latin typeface="Calibri" panose="020F0502020204030204" pitchFamily="34" charset="0"/>
                <a:ea typeface="Times New Roman" panose="02020603050405020304" pitchFamily="18" charset="0"/>
              </a:rPr>
              <a:t>).</a:t>
            </a:r>
            <a:endParaRPr lang="en-US" sz="1800" spc="-10">
              <a:effectLst/>
              <a:latin typeface="Calibri" panose="020F0502020204030204" pitchFamily="34" charset="0"/>
              <a:ea typeface="Times New Roman" panose="02020603050405020304" pitchFamily="18" charset="0"/>
            </a:endParaRPr>
          </a:p>
          <a:p>
            <a:pPr marL="591820" indent="-285750" algn="just">
              <a:lnSpc>
                <a:spcPct val="150000"/>
              </a:lnSpc>
              <a:spcBef>
                <a:spcPts val="600"/>
              </a:spcBef>
            </a:pPr>
            <a:r>
              <a:rPr lang="en-US" spc="-10">
                <a:ea typeface="Times New Roman" panose="02020603050405020304" pitchFamily="18" charset="0"/>
              </a:rPr>
              <a:t>P</a:t>
            </a:r>
            <a:r>
              <a:rPr lang="en-US" sz="1800" spc="-10">
                <a:effectLst/>
                <a:latin typeface="Calibri" panose="020F0502020204030204" pitchFamily="34" charset="0"/>
                <a:ea typeface="Times New Roman" panose="02020603050405020304" pitchFamily="18" charset="0"/>
              </a:rPr>
              <a:t>hương pháp phân đoạn chuỗi thời gian (</a:t>
            </a:r>
            <a:r>
              <a:rPr lang="vi-VN" sz="1800">
                <a:effectLst/>
                <a:latin typeface="Calibri" panose="020F0502020204030204" pitchFamily="34" charset="0"/>
                <a:ea typeface="Arial" panose="020B0604020202020204" pitchFamily="34" charset="0"/>
              </a:rPr>
              <a:t>TICC và CASC </a:t>
            </a:r>
            <a:r>
              <a:rPr lang="en-US" sz="1800" spc="-10">
                <a:effectLst/>
                <a:latin typeface="Calibri" panose="020F0502020204030204" pitchFamily="34" charset="0"/>
                <a:ea typeface="Times New Roman" panose="02020603050405020304" pitchFamily="18" charset="0"/>
              </a:rPr>
              <a:t>).</a:t>
            </a:r>
            <a:endParaRPr lang="vi-VN" sz="1800" spc="-1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b="1"/>
              <a:t>4.2. </a:t>
            </a:r>
            <a:r>
              <a:rPr lang="en-US" b="1" kern="1400" spc="-10">
                <a:effectLst/>
                <a:latin typeface="Calibri" panose="020F0502020204030204" pitchFamily="34" charset="0"/>
                <a:ea typeface="Times New Roman" panose="02020603050405020304" pitchFamily="18" charset="0"/>
                <a:cs typeface="Times New Roman" panose="02020603050405020304" pitchFamily="18" charset="0"/>
              </a:rPr>
              <a:t>Phương pháp tiến hành</a:t>
            </a:r>
            <a:endParaRPr lang="vi-VN" b="1"/>
          </a:p>
        </p:txBody>
      </p:sp>
      <p:sp>
        <p:nvSpPr>
          <p:cNvPr id="3" name="Content Placeholder 2"/>
          <p:cNvSpPr>
            <a:spLocks noGrp="1"/>
          </p:cNvSpPr>
          <p:nvPr>
            <p:ph idx="1"/>
          </p:nvPr>
        </p:nvSpPr>
        <p:spPr>
          <a:xfrm>
            <a:off x="581192" y="2095036"/>
            <a:ext cx="4896662" cy="519976"/>
          </a:xfrm>
        </p:spPr>
        <p:txBody>
          <a:bodyPr>
            <a:noAutofit/>
          </a:bodyPr>
          <a:lstStyle/>
          <a:p>
            <a:pPr marL="591820" indent="-285750" algn="just">
              <a:lnSpc>
                <a:spcPct val="150000"/>
              </a:lnSpc>
              <a:spcBef>
                <a:spcPts val="600"/>
              </a:spcBef>
            </a:pPr>
            <a:r>
              <a:rPr lang="en-US" sz="1800" spc="-10">
                <a:effectLst/>
                <a:latin typeface="Calibri" panose="020F0502020204030204" pitchFamily="34" charset="0"/>
                <a:ea typeface="Times New Roman" panose="02020603050405020304" pitchFamily="18" charset="0"/>
              </a:rPr>
              <a:t>Tiến hành trên </a:t>
            </a:r>
            <a:r>
              <a:rPr lang="vi-VN" sz="1800">
                <a:effectLst/>
                <a:latin typeface="Calibri" panose="020F0502020204030204" pitchFamily="34" charset="0"/>
                <a:ea typeface="Arial" panose="020B0604020202020204" pitchFamily="34" charset="0"/>
              </a:rPr>
              <a:t>chuỗi</a:t>
            </a:r>
            <a:r>
              <a:rPr lang="en-US" sz="1800" spc="-10">
                <a:effectLst/>
                <a:latin typeface="Calibri" panose="020F0502020204030204" pitchFamily="34" charset="0"/>
                <a:ea typeface="Times New Roman" panose="02020603050405020304" pitchFamily="18" charset="0"/>
              </a:rPr>
              <a:t> thời gian thực.</a:t>
            </a:r>
            <a:endParaRPr lang="en-US" sz="1800" spc="-10">
              <a:effectLst/>
              <a:latin typeface="Calibri" panose="020F0502020204030204" pitchFamily="34" charset="0"/>
              <a:ea typeface="Times New Roman" panose="02020603050405020304" pitchFamily="18" charset="0"/>
            </a:endParaRPr>
          </a:p>
        </p:txBody>
      </p:sp>
      <p:sp>
        <p:nvSpPr>
          <p:cNvPr id="162" name="TextBox 161"/>
          <p:cNvSpPr txBox="1"/>
          <p:nvPr/>
        </p:nvSpPr>
        <p:spPr>
          <a:xfrm>
            <a:off x="3029523" y="5052427"/>
            <a:ext cx="5965095" cy="463397"/>
          </a:xfrm>
          <a:prstGeom prst="rect">
            <a:avLst/>
          </a:prstGeom>
          <a:noFill/>
        </p:spPr>
        <p:txBody>
          <a:bodyPr wrap="none" rtlCol="0">
            <a:spAutoFit/>
          </a:bodyPr>
          <a:lstStyle/>
          <a:p>
            <a:pPr indent="0" algn="just">
              <a:lnSpc>
                <a:spcPct val="150000"/>
              </a:lnSpc>
              <a:spcBef>
                <a:spcPts val="600"/>
              </a:spcBef>
              <a:spcAft>
                <a:spcPts val="600"/>
              </a:spcAft>
              <a:buNone/>
            </a:pPr>
            <a:r>
              <a:rPr lang="vi-VN" sz="1800" i="1">
                <a:effectLst/>
                <a:latin typeface="Calibri" panose="020F0502020204030204" pitchFamily="34" charset="0"/>
                <a:ea typeface="Arial" panose="020B0604020202020204" pitchFamily="34" charset="0"/>
              </a:rPr>
              <a:t>Phân cụm chuỗi con thích ứng trên tập dữ kiệu GestureMidAir</a:t>
            </a:r>
            <a:endParaRPr lang="vi-VN" sz="1800" spc="-10">
              <a:effectLst/>
              <a:latin typeface="Times New Roman" panose="02020603050405020304" pitchFamily="18" charset="0"/>
              <a:ea typeface="Times New Roman" panose="02020603050405020304" pitchFamily="18" charset="0"/>
            </a:endParaRPr>
          </a:p>
        </p:txBody>
      </p:sp>
      <p:pic>
        <p:nvPicPr>
          <p:cNvPr id="9276" name="Picture 92781" descr="Background pattern&#10;&#10;Description automatically generate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2127" y="3137774"/>
            <a:ext cx="2304740" cy="1613008"/>
          </a:xfrm>
          <a:prstGeom prst="rect">
            <a:avLst/>
          </a:prstGeom>
          <a:noFill/>
          <a:extLst>
            <a:ext uri="{909E8E84-426E-40DD-AFC4-6F175D3DCCD1}">
              <a14:hiddenFill xmlns:a14="http://schemas.microsoft.com/office/drawing/2010/main">
                <a:solidFill>
                  <a:srgbClr val="FFFFFF"/>
                </a:solidFill>
              </a14:hiddenFill>
            </a:ext>
          </a:extLst>
        </p:spPr>
      </p:pic>
      <p:pic>
        <p:nvPicPr>
          <p:cNvPr id="9275" name="Picture 92783" descr="Background pattern&#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3876" y="3162629"/>
            <a:ext cx="2170349" cy="151895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816148" y="3036367"/>
            <a:ext cx="2482278" cy="1677546"/>
            <a:chOff x="0" y="0"/>
            <a:chExt cx="1157718" cy="782349"/>
          </a:xfrm>
        </p:grpSpPr>
        <p:sp>
          <p:nvSpPr>
            <p:cNvPr id="5" name="Shape 4734"/>
            <p:cNvSpPr/>
            <p:nvPr/>
          </p:nvSpPr>
          <p:spPr>
            <a:xfrm>
              <a:off x="0" y="782349"/>
              <a:ext cx="1157718" cy="0"/>
            </a:xfrm>
            <a:custGeom>
              <a:avLst/>
              <a:gdLst/>
              <a:ahLst/>
              <a:cxnLst/>
              <a:rect l="0" t="0" r="0" b="0"/>
              <a:pathLst>
                <a:path w="1157718">
                  <a:moveTo>
                    <a:pt x="0" y="0"/>
                  </a:moveTo>
                  <a:lnTo>
                    <a:pt x="1157718"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6" name="Shape 4735"/>
            <p:cNvSpPr/>
            <p:nvPr/>
          </p:nvSpPr>
          <p:spPr>
            <a:xfrm>
              <a:off x="0"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7" name="Shape 4736"/>
            <p:cNvSpPr/>
            <p:nvPr/>
          </p:nvSpPr>
          <p:spPr>
            <a:xfrm>
              <a:off x="385906"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8" name="Shape 4737"/>
            <p:cNvSpPr/>
            <p:nvPr/>
          </p:nvSpPr>
          <p:spPr>
            <a:xfrm>
              <a:off x="771812"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9" name="Shape 4738"/>
            <p:cNvSpPr/>
            <p:nvPr/>
          </p:nvSpPr>
          <p:spPr>
            <a:xfrm>
              <a:off x="1157718"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0" name="Shape 4741"/>
            <p:cNvSpPr/>
            <p:nvPr/>
          </p:nvSpPr>
          <p:spPr>
            <a:xfrm>
              <a:off x="0" y="0"/>
              <a:ext cx="0" cy="782349"/>
            </a:xfrm>
            <a:custGeom>
              <a:avLst/>
              <a:gdLst/>
              <a:ahLst/>
              <a:cxnLst/>
              <a:rect l="0" t="0" r="0" b="0"/>
              <a:pathLst>
                <a:path h="782349">
                  <a:moveTo>
                    <a:pt x="0" y="782349"/>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1" name="Shape 4742"/>
            <p:cNvSpPr/>
            <p:nvPr/>
          </p:nvSpPr>
          <p:spPr>
            <a:xfrm>
              <a:off x="0" y="782349"/>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2" name="Shape 4743"/>
            <p:cNvSpPr/>
            <p:nvPr/>
          </p:nvSpPr>
          <p:spPr>
            <a:xfrm>
              <a:off x="0" y="391174"/>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3" name="Shape 4744"/>
            <p:cNvSpPr/>
            <p:nvPr/>
          </p:nvSpPr>
          <p:spPr>
            <a:xfrm>
              <a:off x="0" y="0"/>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4" name="Shape 4748"/>
            <p:cNvSpPr/>
            <p:nvPr/>
          </p:nvSpPr>
          <p:spPr>
            <a:xfrm>
              <a:off x="3862" y="0"/>
              <a:ext cx="1061239" cy="782349"/>
            </a:xfrm>
            <a:custGeom>
              <a:avLst/>
              <a:gdLst/>
              <a:ahLst/>
              <a:cxnLst/>
              <a:rect l="0" t="0" r="0" b="0"/>
              <a:pathLst>
                <a:path w="1061239" h="782349">
                  <a:moveTo>
                    <a:pt x="0" y="773683"/>
                  </a:moveTo>
                  <a:lnTo>
                    <a:pt x="3857" y="774317"/>
                  </a:lnTo>
                  <a:lnTo>
                    <a:pt x="7718" y="777401"/>
                  </a:lnTo>
                  <a:lnTo>
                    <a:pt x="11575" y="779558"/>
                  </a:lnTo>
                  <a:lnTo>
                    <a:pt x="15431" y="782349"/>
                  </a:lnTo>
                  <a:lnTo>
                    <a:pt x="19293" y="756013"/>
                  </a:lnTo>
                  <a:lnTo>
                    <a:pt x="23154" y="694314"/>
                  </a:lnTo>
                  <a:lnTo>
                    <a:pt x="27011" y="569028"/>
                  </a:lnTo>
                  <a:lnTo>
                    <a:pt x="30873" y="421383"/>
                  </a:lnTo>
                  <a:lnTo>
                    <a:pt x="34729" y="299300"/>
                  </a:lnTo>
                  <a:lnTo>
                    <a:pt x="38585" y="240152"/>
                  </a:lnTo>
                  <a:lnTo>
                    <a:pt x="42447" y="260651"/>
                  </a:lnTo>
                  <a:lnTo>
                    <a:pt x="46309" y="354691"/>
                  </a:lnTo>
                  <a:lnTo>
                    <a:pt x="50165" y="452161"/>
                  </a:lnTo>
                  <a:lnTo>
                    <a:pt x="54027" y="482111"/>
                  </a:lnTo>
                  <a:lnTo>
                    <a:pt x="57883" y="435428"/>
                  </a:lnTo>
                  <a:lnTo>
                    <a:pt x="61740" y="338944"/>
                  </a:lnTo>
                  <a:lnTo>
                    <a:pt x="65601" y="217203"/>
                  </a:lnTo>
                  <a:lnTo>
                    <a:pt x="69463" y="97217"/>
                  </a:lnTo>
                  <a:lnTo>
                    <a:pt x="73320" y="0"/>
                  </a:lnTo>
                  <a:lnTo>
                    <a:pt x="77176" y="782079"/>
                  </a:lnTo>
                  <a:lnTo>
                    <a:pt x="81038" y="782258"/>
                  </a:lnTo>
                  <a:lnTo>
                    <a:pt x="84894" y="782349"/>
                  </a:lnTo>
                  <a:lnTo>
                    <a:pt x="88756" y="768244"/>
                  </a:lnTo>
                  <a:lnTo>
                    <a:pt x="92617" y="668081"/>
                  </a:lnTo>
                  <a:lnTo>
                    <a:pt x="96474" y="466780"/>
                  </a:lnTo>
                  <a:lnTo>
                    <a:pt x="100330" y="281461"/>
                  </a:lnTo>
                  <a:lnTo>
                    <a:pt x="104192" y="197363"/>
                  </a:lnTo>
                  <a:lnTo>
                    <a:pt x="108048" y="331906"/>
                  </a:lnTo>
                  <a:lnTo>
                    <a:pt x="111910" y="453710"/>
                  </a:lnTo>
                  <a:lnTo>
                    <a:pt x="115772" y="518500"/>
                  </a:lnTo>
                  <a:lnTo>
                    <a:pt x="119628" y="475668"/>
                  </a:lnTo>
                  <a:lnTo>
                    <a:pt x="123490" y="276572"/>
                  </a:lnTo>
                  <a:lnTo>
                    <a:pt x="127346" y="107047"/>
                  </a:lnTo>
                  <a:lnTo>
                    <a:pt x="131203" y="34703"/>
                  </a:lnTo>
                  <a:lnTo>
                    <a:pt x="135065" y="5174"/>
                  </a:lnTo>
                  <a:lnTo>
                    <a:pt x="138926" y="0"/>
                  </a:lnTo>
                  <a:lnTo>
                    <a:pt x="142783" y="1986"/>
                  </a:lnTo>
                  <a:lnTo>
                    <a:pt x="146644" y="2060"/>
                  </a:lnTo>
                  <a:lnTo>
                    <a:pt x="150501" y="7818"/>
                  </a:lnTo>
                  <a:lnTo>
                    <a:pt x="154357" y="2819"/>
                  </a:lnTo>
                  <a:lnTo>
                    <a:pt x="158219" y="2508"/>
                  </a:lnTo>
                  <a:lnTo>
                    <a:pt x="162081" y="0"/>
                  </a:lnTo>
                  <a:lnTo>
                    <a:pt x="165937" y="5016"/>
                  </a:lnTo>
                  <a:lnTo>
                    <a:pt x="169799" y="26990"/>
                  </a:lnTo>
                  <a:lnTo>
                    <a:pt x="173655" y="50771"/>
                  </a:lnTo>
                  <a:lnTo>
                    <a:pt x="177512" y="90626"/>
                  </a:lnTo>
                  <a:lnTo>
                    <a:pt x="181373" y="143441"/>
                  </a:lnTo>
                  <a:lnTo>
                    <a:pt x="185235" y="226281"/>
                  </a:lnTo>
                  <a:lnTo>
                    <a:pt x="189091" y="330905"/>
                  </a:lnTo>
                  <a:lnTo>
                    <a:pt x="192948" y="458456"/>
                  </a:lnTo>
                  <a:lnTo>
                    <a:pt x="196809" y="575303"/>
                  </a:lnTo>
                  <a:lnTo>
                    <a:pt x="200666" y="685724"/>
                  </a:lnTo>
                  <a:lnTo>
                    <a:pt x="204528" y="782349"/>
                  </a:lnTo>
                  <a:lnTo>
                    <a:pt x="208389" y="170009"/>
                  </a:lnTo>
                  <a:lnTo>
                    <a:pt x="212246" y="152397"/>
                  </a:lnTo>
                  <a:lnTo>
                    <a:pt x="216102" y="133974"/>
                  </a:lnTo>
                  <a:lnTo>
                    <a:pt x="219964" y="90484"/>
                  </a:lnTo>
                  <a:lnTo>
                    <a:pt x="223820" y="38522"/>
                  </a:lnTo>
                  <a:lnTo>
                    <a:pt x="227682" y="18597"/>
                  </a:lnTo>
                  <a:lnTo>
                    <a:pt x="231544" y="0"/>
                  </a:lnTo>
                  <a:lnTo>
                    <a:pt x="235400" y="9799"/>
                  </a:lnTo>
                  <a:lnTo>
                    <a:pt x="239262" y="132931"/>
                  </a:lnTo>
                  <a:lnTo>
                    <a:pt x="243118" y="244530"/>
                  </a:lnTo>
                  <a:lnTo>
                    <a:pt x="246975" y="408465"/>
                  </a:lnTo>
                  <a:lnTo>
                    <a:pt x="250836" y="525206"/>
                  </a:lnTo>
                  <a:lnTo>
                    <a:pt x="254698" y="666256"/>
                  </a:lnTo>
                  <a:lnTo>
                    <a:pt x="258554" y="782349"/>
                  </a:lnTo>
                  <a:lnTo>
                    <a:pt x="262416" y="3720"/>
                  </a:lnTo>
                  <a:lnTo>
                    <a:pt x="266273" y="0"/>
                  </a:lnTo>
                  <a:lnTo>
                    <a:pt x="270129" y="1902"/>
                  </a:lnTo>
                  <a:lnTo>
                    <a:pt x="273991" y="27274"/>
                  </a:lnTo>
                  <a:lnTo>
                    <a:pt x="277852" y="107980"/>
                  </a:lnTo>
                  <a:lnTo>
                    <a:pt x="281709" y="234109"/>
                  </a:lnTo>
                  <a:lnTo>
                    <a:pt x="285570" y="420245"/>
                  </a:lnTo>
                  <a:lnTo>
                    <a:pt x="289427" y="636234"/>
                  </a:lnTo>
                  <a:lnTo>
                    <a:pt x="293283" y="741268"/>
                  </a:lnTo>
                  <a:lnTo>
                    <a:pt x="297145" y="767046"/>
                  </a:lnTo>
                  <a:lnTo>
                    <a:pt x="301007" y="775430"/>
                  </a:lnTo>
                  <a:lnTo>
                    <a:pt x="304863" y="777836"/>
                  </a:lnTo>
                  <a:lnTo>
                    <a:pt x="308720" y="778110"/>
                  </a:lnTo>
                  <a:lnTo>
                    <a:pt x="312581" y="782349"/>
                  </a:lnTo>
                  <a:lnTo>
                    <a:pt x="316438" y="781044"/>
                  </a:lnTo>
                  <a:lnTo>
                    <a:pt x="320299" y="780867"/>
                  </a:lnTo>
                  <a:lnTo>
                    <a:pt x="324161" y="781190"/>
                  </a:lnTo>
                  <a:lnTo>
                    <a:pt x="328017" y="782349"/>
                  </a:lnTo>
                  <a:lnTo>
                    <a:pt x="331874" y="774383"/>
                  </a:lnTo>
                  <a:lnTo>
                    <a:pt x="335736" y="673844"/>
                  </a:lnTo>
                  <a:lnTo>
                    <a:pt x="339592" y="530485"/>
                  </a:lnTo>
                  <a:lnTo>
                    <a:pt x="343454" y="394815"/>
                  </a:lnTo>
                  <a:lnTo>
                    <a:pt x="347316" y="315584"/>
                  </a:lnTo>
                  <a:lnTo>
                    <a:pt x="351172" y="319746"/>
                  </a:lnTo>
                  <a:lnTo>
                    <a:pt x="355034" y="388704"/>
                  </a:lnTo>
                  <a:lnTo>
                    <a:pt x="358890" y="471016"/>
                  </a:lnTo>
                  <a:lnTo>
                    <a:pt x="362746" y="518879"/>
                  </a:lnTo>
                  <a:lnTo>
                    <a:pt x="366608" y="493765"/>
                  </a:lnTo>
                  <a:lnTo>
                    <a:pt x="370470" y="415035"/>
                  </a:lnTo>
                  <a:lnTo>
                    <a:pt x="374326" y="272331"/>
                  </a:lnTo>
                  <a:lnTo>
                    <a:pt x="378188" y="123864"/>
                  </a:lnTo>
                  <a:lnTo>
                    <a:pt x="382044" y="29434"/>
                  </a:lnTo>
                  <a:lnTo>
                    <a:pt x="385901" y="3841"/>
                  </a:lnTo>
                  <a:lnTo>
                    <a:pt x="389762" y="0"/>
                  </a:lnTo>
                  <a:lnTo>
                    <a:pt x="393624" y="1043"/>
                  </a:lnTo>
                  <a:lnTo>
                    <a:pt x="397481" y="3867"/>
                  </a:lnTo>
                  <a:lnTo>
                    <a:pt x="401342" y="1307"/>
                  </a:lnTo>
                  <a:lnTo>
                    <a:pt x="405199" y="0"/>
                  </a:lnTo>
                  <a:lnTo>
                    <a:pt x="409055" y="4489"/>
                  </a:lnTo>
                  <a:lnTo>
                    <a:pt x="412917" y="35577"/>
                  </a:lnTo>
                  <a:lnTo>
                    <a:pt x="416779" y="92544"/>
                  </a:lnTo>
                  <a:lnTo>
                    <a:pt x="420635" y="172786"/>
                  </a:lnTo>
                  <a:lnTo>
                    <a:pt x="424491" y="278790"/>
                  </a:lnTo>
                  <a:lnTo>
                    <a:pt x="428353" y="382366"/>
                  </a:lnTo>
                  <a:lnTo>
                    <a:pt x="432209" y="482585"/>
                  </a:lnTo>
                  <a:lnTo>
                    <a:pt x="436071" y="590192"/>
                  </a:lnTo>
                  <a:lnTo>
                    <a:pt x="439933" y="672366"/>
                  </a:lnTo>
                  <a:lnTo>
                    <a:pt x="443789" y="740836"/>
                  </a:lnTo>
                  <a:lnTo>
                    <a:pt x="447646" y="782349"/>
                  </a:lnTo>
                  <a:lnTo>
                    <a:pt x="451508" y="773592"/>
                  </a:lnTo>
                  <a:lnTo>
                    <a:pt x="455364" y="773944"/>
                  </a:lnTo>
                  <a:lnTo>
                    <a:pt x="459226" y="776070"/>
                  </a:lnTo>
                  <a:lnTo>
                    <a:pt x="463087" y="778761"/>
                  </a:lnTo>
                  <a:lnTo>
                    <a:pt x="466944" y="781859"/>
                  </a:lnTo>
                  <a:lnTo>
                    <a:pt x="470805" y="782349"/>
                  </a:lnTo>
                  <a:lnTo>
                    <a:pt x="474662" y="782069"/>
                  </a:lnTo>
                  <a:lnTo>
                    <a:pt x="478518" y="766626"/>
                  </a:lnTo>
                  <a:lnTo>
                    <a:pt x="482380" y="689601"/>
                  </a:lnTo>
                  <a:lnTo>
                    <a:pt x="486242" y="551917"/>
                  </a:lnTo>
                  <a:lnTo>
                    <a:pt x="490098" y="369395"/>
                  </a:lnTo>
                  <a:lnTo>
                    <a:pt x="493960" y="268691"/>
                  </a:lnTo>
                  <a:lnTo>
                    <a:pt x="497816" y="262411"/>
                  </a:lnTo>
                  <a:lnTo>
                    <a:pt x="501673" y="356367"/>
                  </a:lnTo>
                  <a:lnTo>
                    <a:pt x="505534" y="459542"/>
                  </a:lnTo>
                  <a:lnTo>
                    <a:pt x="509396" y="512789"/>
                  </a:lnTo>
                  <a:lnTo>
                    <a:pt x="513252" y="488544"/>
                  </a:lnTo>
                  <a:lnTo>
                    <a:pt x="517114" y="350708"/>
                  </a:lnTo>
                  <a:lnTo>
                    <a:pt x="520971" y="170009"/>
                  </a:lnTo>
                  <a:lnTo>
                    <a:pt x="524827" y="0"/>
                  </a:lnTo>
                  <a:lnTo>
                    <a:pt x="528689" y="129527"/>
                  </a:lnTo>
                  <a:lnTo>
                    <a:pt x="532550" y="119059"/>
                  </a:lnTo>
                  <a:lnTo>
                    <a:pt x="536407" y="104819"/>
                  </a:lnTo>
                  <a:lnTo>
                    <a:pt x="540263" y="76333"/>
                  </a:lnTo>
                  <a:lnTo>
                    <a:pt x="544125" y="38217"/>
                  </a:lnTo>
                  <a:lnTo>
                    <a:pt x="547981" y="0"/>
                  </a:lnTo>
                  <a:lnTo>
                    <a:pt x="551843" y="47241"/>
                  </a:lnTo>
                  <a:lnTo>
                    <a:pt x="555705" y="86111"/>
                  </a:lnTo>
                  <a:lnTo>
                    <a:pt x="559561" y="148246"/>
                  </a:lnTo>
                  <a:lnTo>
                    <a:pt x="563418" y="233003"/>
                  </a:lnTo>
                  <a:lnTo>
                    <a:pt x="567279" y="329382"/>
                  </a:lnTo>
                  <a:lnTo>
                    <a:pt x="571136" y="430050"/>
                  </a:lnTo>
                  <a:lnTo>
                    <a:pt x="574997" y="538456"/>
                  </a:lnTo>
                  <a:lnTo>
                    <a:pt x="578859" y="644373"/>
                  </a:lnTo>
                  <a:lnTo>
                    <a:pt x="582716" y="782349"/>
                  </a:lnTo>
                  <a:lnTo>
                    <a:pt x="586577" y="782005"/>
                  </a:lnTo>
                  <a:lnTo>
                    <a:pt x="590434" y="782349"/>
                  </a:lnTo>
                  <a:lnTo>
                    <a:pt x="594290" y="780911"/>
                  </a:lnTo>
                  <a:lnTo>
                    <a:pt x="598152" y="766299"/>
                  </a:lnTo>
                  <a:lnTo>
                    <a:pt x="602014" y="694867"/>
                  </a:lnTo>
                  <a:lnTo>
                    <a:pt x="605870" y="589797"/>
                  </a:lnTo>
                  <a:lnTo>
                    <a:pt x="609732" y="464120"/>
                  </a:lnTo>
                  <a:lnTo>
                    <a:pt x="613588" y="365407"/>
                  </a:lnTo>
                  <a:lnTo>
                    <a:pt x="617444" y="351704"/>
                  </a:lnTo>
                  <a:lnTo>
                    <a:pt x="621306" y="386480"/>
                  </a:lnTo>
                  <a:lnTo>
                    <a:pt x="625168" y="470284"/>
                  </a:lnTo>
                  <a:lnTo>
                    <a:pt x="629024" y="519822"/>
                  </a:lnTo>
                  <a:lnTo>
                    <a:pt x="632886" y="522856"/>
                  </a:lnTo>
                  <a:lnTo>
                    <a:pt x="636742" y="454763"/>
                  </a:lnTo>
                  <a:lnTo>
                    <a:pt x="640599" y="322254"/>
                  </a:lnTo>
                  <a:lnTo>
                    <a:pt x="644461" y="181099"/>
                  </a:lnTo>
                  <a:lnTo>
                    <a:pt x="648322" y="59485"/>
                  </a:lnTo>
                  <a:lnTo>
                    <a:pt x="652179" y="9541"/>
                  </a:lnTo>
                  <a:lnTo>
                    <a:pt x="656035" y="3008"/>
                  </a:lnTo>
                  <a:lnTo>
                    <a:pt x="659897" y="0"/>
                  </a:lnTo>
                  <a:lnTo>
                    <a:pt x="663753" y="8213"/>
                  </a:lnTo>
                  <a:lnTo>
                    <a:pt x="667615" y="7518"/>
                  </a:lnTo>
                  <a:lnTo>
                    <a:pt x="671476" y="2429"/>
                  </a:lnTo>
                  <a:lnTo>
                    <a:pt x="675333" y="0"/>
                  </a:lnTo>
                  <a:lnTo>
                    <a:pt x="679189" y="406"/>
                  </a:lnTo>
                  <a:lnTo>
                    <a:pt x="683051" y="8082"/>
                  </a:lnTo>
                  <a:lnTo>
                    <a:pt x="686907" y="20979"/>
                  </a:lnTo>
                  <a:lnTo>
                    <a:pt x="690769" y="43222"/>
                  </a:lnTo>
                  <a:lnTo>
                    <a:pt x="694631" y="95673"/>
                  </a:lnTo>
                  <a:lnTo>
                    <a:pt x="698487" y="168977"/>
                  </a:lnTo>
                  <a:lnTo>
                    <a:pt x="702349" y="273975"/>
                  </a:lnTo>
                  <a:lnTo>
                    <a:pt x="706205" y="404688"/>
                  </a:lnTo>
                  <a:lnTo>
                    <a:pt x="710062" y="528009"/>
                  </a:lnTo>
                  <a:lnTo>
                    <a:pt x="713923" y="657707"/>
                  </a:lnTo>
                  <a:lnTo>
                    <a:pt x="717785" y="782349"/>
                  </a:lnTo>
                  <a:lnTo>
                    <a:pt x="721642" y="782349"/>
                  </a:lnTo>
                  <a:lnTo>
                    <a:pt x="725503" y="776924"/>
                  </a:lnTo>
                  <a:lnTo>
                    <a:pt x="729360" y="775559"/>
                  </a:lnTo>
                  <a:lnTo>
                    <a:pt x="733216" y="758693"/>
                  </a:lnTo>
                  <a:lnTo>
                    <a:pt x="737078" y="684662"/>
                  </a:lnTo>
                  <a:lnTo>
                    <a:pt x="740940" y="555557"/>
                  </a:lnTo>
                  <a:lnTo>
                    <a:pt x="744796" y="408096"/>
                  </a:lnTo>
                  <a:lnTo>
                    <a:pt x="748658" y="291371"/>
                  </a:lnTo>
                  <a:lnTo>
                    <a:pt x="752514" y="271578"/>
                  </a:lnTo>
                  <a:lnTo>
                    <a:pt x="756371" y="305206"/>
                  </a:lnTo>
                  <a:lnTo>
                    <a:pt x="760232" y="382682"/>
                  </a:lnTo>
                  <a:lnTo>
                    <a:pt x="764094" y="456075"/>
                  </a:lnTo>
                  <a:lnTo>
                    <a:pt x="767950" y="505940"/>
                  </a:lnTo>
                  <a:lnTo>
                    <a:pt x="771807" y="493707"/>
                  </a:lnTo>
                  <a:lnTo>
                    <a:pt x="775668" y="431182"/>
                  </a:lnTo>
                  <a:lnTo>
                    <a:pt x="779525" y="319946"/>
                  </a:lnTo>
                  <a:lnTo>
                    <a:pt x="783387" y="200413"/>
                  </a:lnTo>
                  <a:lnTo>
                    <a:pt x="787248" y="85700"/>
                  </a:lnTo>
                  <a:lnTo>
                    <a:pt x="791105" y="9857"/>
                  </a:lnTo>
                  <a:lnTo>
                    <a:pt x="794961" y="0"/>
                  </a:lnTo>
                  <a:lnTo>
                    <a:pt x="798823" y="775370"/>
                  </a:lnTo>
                  <a:lnTo>
                    <a:pt x="802679" y="779635"/>
                  </a:lnTo>
                  <a:lnTo>
                    <a:pt x="806541" y="782349"/>
                  </a:lnTo>
                  <a:lnTo>
                    <a:pt x="810403" y="779742"/>
                  </a:lnTo>
                  <a:lnTo>
                    <a:pt x="814259" y="726957"/>
                  </a:lnTo>
                  <a:lnTo>
                    <a:pt x="818121" y="594403"/>
                  </a:lnTo>
                  <a:lnTo>
                    <a:pt x="821977" y="433458"/>
                  </a:lnTo>
                  <a:lnTo>
                    <a:pt x="825834" y="318097"/>
                  </a:lnTo>
                  <a:lnTo>
                    <a:pt x="829695" y="308835"/>
                  </a:lnTo>
                  <a:lnTo>
                    <a:pt x="833557" y="384368"/>
                  </a:lnTo>
                  <a:lnTo>
                    <a:pt x="837414" y="471612"/>
                  </a:lnTo>
                  <a:lnTo>
                    <a:pt x="841275" y="525027"/>
                  </a:lnTo>
                  <a:lnTo>
                    <a:pt x="845131" y="497822"/>
                  </a:lnTo>
                  <a:lnTo>
                    <a:pt x="848988" y="391654"/>
                  </a:lnTo>
                  <a:lnTo>
                    <a:pt x="852850" y="229721"/>
                  </a:lnTo>
                  <a:lnTo>
                    <a:pt x="856711" y="56935"/>
                  </a:lnTo>
                  <a:lnTo>
                    <a:pt x="860568" y="2176"/>
                  </a:lnTo>
                  <a:lnTo>
                    <a:pt x="864429" y="0"/>
                  </a:lnTo>
                  <a:lnTo>
                    <a:pt x="868286" y="4499"/>
                  </a:lnTo>
                  <a:lnTo>
                    <a:pt x="872142" y="7165"/>
                  </a:lnTo>
                  <a:lnTo>
                    <a:pt x="876004" y="1149"/>
                  </a:lnTo>
                  <a:lnTo>
                    <a:pt x="879866" y="0"/>
                  </a:lnTo>
                  <a:lnTo>
                    <a:pt x="883722" y="1649"/>
                  </a:lnTo>
                  <a:lnTo>
                    <a:pt x="887579" y="3182"/>
                  </a:lnTo>
                  <a:lnTo>
                    <a:pt x="891440" y="13687"/>
                  </a:lnTo>
                  <a:lnTo>
                    <a:pt x="895297" y="58257"/>
                  </a:lnTo>
                  <a:lnTo>
                    <a:pt x="899158" y="132077"/>
                  </a:lnTo>
                  <a:lnTo>
                    <a:pt x="903020" y="209058"/>
                  </a:lnTo>
                  <a:lnTo>
                    <a:pt x="906877" y="294806"/>
                  </a:lnTo>
                  <a:lnTo>
                    <a:pt x="910733" y="396632"/>
                  </a:lnTo>
                  <a:lnTo>
                    <a:pt x="914595" y="487290"/>
                  </a:lnTo>
                  <a:lnTo>
                    <a:pt x="918451" y="574177"/>
                  </a:lnTo>
                  <a:lnTo>
                    <a:pt x="922313" y="664172"/>
                  </a:lnTo>
                  <a:lnTo>
                    <a:pt x="926174" y="735349"/>
                  </a:lnTo>
                  <a:lnTo>
                    <a:pt x="930031" y="782349"/>
                  </a:lnTo>
                  <a:lnTo>
                    <a:pt x="933893" y="6796"/>
                  </a:lnTo>
                  <a:lnTo>
                    <a:pt x="937749" y="6380"/>
                  </a:lnTo>
                  <a:lnTo>
                    <a:pt x="941605" y="1201"/>
                  </a:lnTo>
                  <a:lnTo>
                    <a:pt x="945467" y="0"/>
                  </a:lnTo>
                  <a:lnTo>
                    <a:pt x="949329" y="1033"/>
                  </a:lnTo>
                  <a:lnTo>
                    <a:pt x="953185" y="4383"/>
                  </a:lnTo>
                  <a:lnTo>
                    <a:pt x="957047" y="18344"/>
                  </a:lnTo>
                  <a:lnTo>
                    <a:pt x="960903" y="61297"/>
                  </a:lnTo>
                  <a:lnTo>
                    <a:pt x="964760" y="123832"/>
                  </a:lnTo>
                  <a:lnTo>
                    <a:pt x="968621" y="233214"/>
                  </a:lnTo>
                  <a:lnTo>
                    <a:pt x="972483" y="337880"/>
                  </a:lnTo>
                  <a:lnTo>
                    <a:pt x="976340" y="443041"/>
                  </a:lnTo>
                  <a:lnTo>
                    <a:pt x="980201" y="549973"/>
                  </a:lnTo>
                  <a:lnTo>
                    <a:pt x="984058" y="675875"/>
                  </a:lnTo>
                  <a:lnTo>
                    <a:pt x="987914" y="782349"/>
                  </a:lnTo>
                  <a:lnTo>
                    <a:pt x="991776" y="681188"/>
                  </a:lnTo>
                  <a:lnTo>
                    <a:pt x="995637" y="681923"/>
                  </a:lnTo>
                  <a:lnTo>
                    <a:pt x="999494" y="683129"/>
                  </a:lnTo>
                  <a:lnTo>
                    <a:pt x="1003350" y="683094"/>
                  </a:lnTo>
                  <a:lnTo>
                    <a:pt x="1007212" y="687977"/>
                  </a:lnTo>
                  <a:lnTo>
                    <a:pt x="1011068" y="727790"/>
                  </a:lnTo>
                  <a:lnTo>
                    <a:pt x="1014930" y="782349"/>
                  </a:lnTo>
                  <a:lnTo>
                    <a:pt x="1018792" y="759254"/>
                  </a:lnTo>
                  <a:lnTo>
                    <a:pt x="1022648" y="496752"/>
                  </a:lnTo>
                  <a:lnTo>
                    <a:pt x="1026505" y="294906"/>
                  </a:lnTo>
                  <a:lnTo>
                    <a:pt x="1030366" y="301033"/>
                  </a:lnTo>
                  <a:lnTo>
                    <a:pt x="1034223" y="423016"/>
                  </a:lnTo>
                  <a:lnTo>
                    <a:pt x="1038085" y="533867"/>
                  </a:lnTo>
                  <a:lnTo>
                    <a:pt x="1041946" y="593642"/>
                  </a:lnTo>
                  <a:lnTo>
                    <a:pt x="1045803" y="555162"/>
                  </a:lnTo>
                  <a:lnTo>
                    <a:pt x="1049664" y="461428"/>
                  </a:lnTo>
                  <a:lnTo>
                    <a:pt x="1053521" y="310079"/>
                  </a:lnTo>
                  <a:lnTo>
                    <a:pt x="1057377" y="137714"/>
                  </a:lnTo>
                  <a:lnTo>
                    <a:pt x="1061239" y="0"/>
                  </a:lnTo>
                </a:path>
              </a:pathLst>
            </a:custGeom>
            <a:ln w="5267" cap="flat">
              <a:round/>
            </a:ln>
          </p:spPr>
          <p:style>
            <a:lnRef idx="1">
              <a:srgbClr val="000000"/>
            </a:lnRef>
            <a:fillRef idx="0">
              <a:srgbClr val="000000">
                <a:alpha val="0"/>
              </a:srgbClr>
            </a:fillRef>
            <a:effectRef idx="0">
              <a:scrgbClr r="0" g="0" b="0"/>
            </a:effectRef>
            <a:fontRef idx="none"/>
          </p:style>
          <p:txBody>
            <a:bodyPr/>
            <a:lstStyle/>
            <a:p>
              <a:endParaRPr lang="vi-VN"/>
            </a:p>
          </p:txBody>
        </p:sp>
      </p:grpSp>
      <p:grpSp>
        <p:nvGrpSpPr>
          <p:cNvPr id="15" name="Group 14"/>
          <p:cNvGrpSpPr/>
          <p:nvPr/>
        </p:nvGrpSpPr>
        <p:grpSpPr>
          <a:xfrm>
            <a:off x="6412285" y="3162629"/>
            <a:ext cx="2304740" cy="1561437"/>
            <a:chOff x="0" y="0"/>
            <a:chExt cx="1173523" cy="795174"/>
          </a:xfrm>
        </p:grpSpPr>
        <p:sp>
          <p:nvSpPr>
            <p:cNvPr id="16" name="Shape 5057"/>
            <p:cNvSpPr/>
            <p:nvPr/>
          </p:nvSpPr>
          <p:spPr>
            <a:xfrm>
              <a:off x="0" y="782349"/>
              <a:ext cx="1157718" cy="0"/>
            </a:xfrm>
            <a:custGeom>
              <a:avLst/>
              <a:gdLst/>
              <a:ahLst/>
              <a:cxnLst/>
              <a:rect l="0" t="0" r="0" b="0"/>
              <a:pathLst>
                <a:path w="1157718">
                  <a:moveTo>
                    <a:pt x="0" y="0"/>
                  </a:moveTo>
                  <a:lnTo>
                    <a:pt x="1157718"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7" name="Shape 5058"/>
            <p:cNvSpPr/>
            <p:nvPr/>
          </p:nvSpPr>
          <p:spPr>
            <a:xfrm>
              <a:off x="0"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8" name="Shape 5059"/>
            <p:cNvSpPr/>
            <p:nvPr/>
          </p:nvSpPr>
          <p:spPr>
            <a:xfrm>
              <a:off x="578859"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19" name="Shape 5060"/>
            <p:cNvSpPr/>
            <p:nvPr/>
          </p:nvSpPr>
          <p:spPr>
            <a:xfrm>
              <a:off x="1157718" y="770770"/>
              <a:ext cx="0" cy="11578"/>
            </a:xfrm>
            <a:custGeom>
              <a:avLst/>
              <a:gdLst/>
              <a:ahLst/>
              <a:cxnLst/>
              <a:rect l="0" t="0" r="0" b="0"/>
              <a:pathLst>
                <a:path h="11578">
                  <a:moveTo>
                    <a:pt x="0" y="11578"/>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20" name="Shape 5063"/>
            <p:cNvSpPr/>
            <p:nvPr/>
          </p:nvSpPr>
          <p:spPr>
            <a:xfrm>
              <a:off x="0" y="0"/>
              <a:ext cx="0" cy="782349"/>
            </a:xfrm>
            <a:custGeom>
              <a:avLst/>
              <a:gdLst/>
              <a:ahLst/>
              <a:cxnLst/>
              <a:rect l="0" t="0" r="0" b="0"/>
              <a:pathLst>
                <a:path h="782349">
                  <a:moveTo>
                    <a:pt x="0" y="782349"/>
                  </a:moveTo>
                  <a:lnTo>
                    <a:pt x="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21" name="Shape 5064"/>
            <p:cNvSpPr/>
            <p:nvPr/>
          </p:nvSpPr>
          <p:spPr>
            <a:xfrm>
              <a:off x="0" y="782349"/>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22" name="Shape 5065"/>
            <p:cNvSpPr/>
            <p:nvPr/>
          </p:nvSpPr>
          <p:spPr>
            <a:xfrm>
              <a:off x="0" y="391174"/>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23" name="Shape 5066"/>
            <p:cNvSpPr/>
            <p:nvPr/>
          </p:nvSpPr>
          <p:spPr>
            <a:xfrm>
              <a:off x="0" y="0"/>
              <a:ext cx="11580" cy="0"/>
            </a:xfrm>
            <a:custGeom>
              <a:avLst/>
              <a:gdLst/>
              <a:ahLst/>
              <a:cxnLst/>
              <a:rect l="0" t="0" r="0" b="0"/>
              <a:pathLst>
                <a:path w="11580">
                  <a:moveTo>
                    <a:pt x="0" y="0"/>
                  </a:moveTo>
                  <a:lnTo>
                    <a:pt x="11580" y="0"/>
                  </a:lnTo>
                </a:path>
              </a:pathLst>
            </a:custGeom>
            <a:ln w="2635" cap="sq">
              <a:round/>
            </a:ln>
          </p:spPr>
          <p:style>
            <a:lnRef idx="1">
              <a:srgbClr val="262626"/>
            </a:lnRef>
            <a:fillRef idx="0">
              <a:srgbClr val="000000">
                <a:alpha val="0"/>
              </a:srgbClr>
            </a:fillRef>
            <a:effectRef idx="0">
              <a:scrgbClr r="0" g="0" b="0"/>
            </a:effectRef>
            <a:fontRef idx="none"/>
          </p:style>
          <p:txBody>
            <a:bodyPr/>
            <a:lstStyle/>
            <a:p>
              <a:endParaRPr lang="vi-VN"/>
            </a:p>
          </p:txBody>
        </p:sp>
        <p:sp>
          <p:nvSpPr>
            <p:cNvPr id="24" name="Shape 5070"/>
            <p:cNvSpPr/>
            <p:nvPr/>
          </p:nvSpPr>
          <p:spPr>
            <a:xfrm>
              <a:off x="57888" y="18292"/>
              <a:ext cx="868286" cy="697629"/>
            </a:xfrm>
            <a:custGeom>
              <a:avLst/>
              <a:gdLst/>
              <a:ahLst/>
              <a:cxnLst/>
              <a:rect l="0" t="0" r="0" b="0"/>
              <a:pathLst>
                <a:path w="868286" h="697629">
                  <a:moveTo>
                    <a:pt x="0" y="17481"/>
                  </a:moveTo>
                  <a:lnTo>
                    <a:pt x="57883" y="13403"/>
                  </a:lnTo>
                  <a:lnTo>
                    <a:pt x="115772" y="6148"/>
                  </a:lnTo>
                  <a:lnTo>
                    <a:pt x="173655" y="0"/>
                  </a:lnTo>
                  <a:lnTo>
                    <a:pt x="231544" y="2950"/>
                  </a:lnTo>
                  <a:lnTo>
                    <a:pt x="289427" y="32738"/>
                  </a:lnTo>
                  <a:lnTo>
                    <a:pt x="347316" y="81291"/>
                  </a:lnTo>
                  <a:lnTo>
                    <a:pt x="405199" y="152065"/>
                  </a:lnTo>
                  <a:lnTo>
                    <a:pt x="463087" y="235880"/>
                  </a:lnTo>
                  <a:lnTo>
                    <a:pt x="520971" y="320194"/>
                  </a:lnTo>
                  <a:lnTo>
                    <a:pt x="578859" y="417427"/>
                  </a:lnTo>
                  <a:lnTo>
                    <a:pt x="636743" y="511703"/>
                  </a:lnTo>
                  <a:lnTo>
                    <a:pt x="694631" y="605328"/>
                  </a:lnTo>
                  <a:lnTo>
                    <a:pt x="752514" y="697629"/>
                  </a:lnTo>
                  <a:lnTo>
                    <a:pt x="810403" y="660427"/>
                  </a:lnTo>
                  <a:lnTo>
                    <a:pt x="868286" y="663816"/>
                  </a:lnTo>
                </a:path>
              </a:pathLst>
            </a:custGeom>
            <a:ln w="2635" cap="flat">
              <a:round/>
            </a:ln>
          </p:spPr>
          <p:style>
            <a:lnRef idx="1">
              <a:srgbClr val="FF0000"/>
            </a:lnRef>
            <a:fillRef idx="0">
              <a:srgbClr val="000000">
                <a:alpha val="0"/>
              </a:srgbClr>
            </a:fillRef>
            <a:effectRef idx="0">
              <a:scrgbClr r="0" g="0" b="0"/>
            </a:effectRef>
            <a:fontRef idx="none"/>
          </p:style>
          <p:txBody>
            <a:bodyPr/>
            <a:lstStyle/>
            <a:p>
              <a:endParaRPr lang="vi-VN"/>
            </a:p>
          </p:txBody>
        </p:sp>
        <p:sp>
          <p:nvSpPr>
            <p:cNvPr id="25" name="Shape 5071"/>
            <p:cNvSpPr/>
            <p:nvPr/>
          </p:nvSpPr>
          <p:spPr>
            <a:xfrm>
              <a:off x="42083" y="19962"/>
              <a:ext cx="31610" cy="31610"/>
            </a:xfrm>
            <a:custGeom>
              <a:avLst/>
              <a:gdLst/>
              <a:ahLst/>
              <a:cxnLst/>
              <a:rect l="0" t="0" r="0" b="0"/>
              <a:pathLst>
                <a:path w="31610" h="31610">
                  <a:moveTo>
                    <a:pt x="31610" y="15805"/>
                  </a:moveTo>
                  <a:cubicBezTo>
                    <a:pt x="31610" y="7081"/>
                    <a:pt x="24530" y="0"/>
                    <a:pt x="15805" y="0"/>
                  </a:cubicBezTo>
                  <a:cubicBezTo>
                    <a:pt x="7076" y="0"/>
                    <a:pt x="0" y="7081"/>
                    <a:pt x="0" y="15805"/>
                  </a:cubicBezTo>
                  <a:cubicBezTo>
                    <a:pt x="0" y="24535"/>
                    <a:pt x="7076"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26" name="Shape 5072"/>
            <p:cNvSpPr/>
            <p:nvPr/>
          </p:nvSpPr>
          <p:spPr>
            <a:xfrm>
              <a:off x="99967" y="15889"/>
              <a:ext cx="31610" cy="31610"/>
            </a:xfrm>
            <a:custGeom>
              <a:avLst/>
              <a:gdLst/>
              <a:ahLst/>
              <a:cxnLst/>
              <a:rect l="0" t="0" r="0" b="0"/>
              <a:pathLst>
                <a:path w="31610" h="31610">
                  <a:moveTo>
                    <a:pt x="31610" y="15805"/>
                  </a:moveTo>
                  <a:cubicBezTo>
                    <a:pt x="31610" y="7076"/>
                    <a:pt x="24535" y="0"/>
                    <a:pt x="15805" y="0"/>
                  </a:cubicBezTo>
                  <a:cubicBezTo>
                    <a:pt x="7076" y="0"/>
                    <a:pt x="0" y="7076"/>
                    <a:pt x="0" y="15805"/>
                  </a:cubicBezTo>
                  <a:cubicBezTo>
                    <a:pt x="0" y="24535"/>
                    <a:pt x="7076"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27" name="Shape 5073"/>
            <p:cNvSpPr/>
            <p:nvPr/>
          </p:nvSpPr>
          <p:spPr>
            <a:xfrm>
              <a:off x="157855" y="8635"/>
              <a:ext cx="31610" cy="31610"/>
            </a:xfrm>
            <a:custGeom>
              <a:avLst/>
              <a:gdLst/>
              <a:ahLst/>
              <a:cxnLst/>
              <a:rect l="0" t="0" r="0" b="0"/>
              <a:pathLst>
                <a:path w="31610" h="31610">
                  <a:moveTo>
                    <a:pt x="31610" y="15805"/>
                  </a:moveTo>
                  <a:cubicBezTo>
                    <a:pt x="31610" y="7076"/>
                    <a:pt x="24530" y="0"/>
                    <a:pt x="15805" y="0"/>
                  </a:cubicBezTo>
                  <a:cubicBezTo>
                    <a:pt x="7076" y="0"/>
                    <a:pt x="0" y="7076"/>
                    <a:pt x="0" y="15805"/>
                  </a:cubicBezTo>
                  <a:cubicBezTo>
                    <a:pt x="0" y="24535"/>
                    <a:pt x="7076"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28" name="Shape 5074"/>
            <p:cNvSpPr/>
            <p:nvPr/>
          </p:nvSpPr>
          <p:spPr>
            <a:xfrm>
              <a:off x="215738" y="2487"/>
              <a:ext cx="31610" cy="31610"/>
            </a:xfrm>
            <a:custGeom>
              <a:avLst/>
              <a:gdLst/>
              <a:ahLst/>
              <a:cxnLst/>
              <a:rect l="0" t="0" r="0" b="0"/>
              <a:pathLst>
                <a:path w="31610" h="31610">
                  <a:moveTo>
                    <a:pt x="31610" y="15805"/>
                  </a:moveTo>
                  <a:cubicBezTo>
                    <a:pt x="31610" y="7076"/>
                    <a:pt x="24535" y="0"/>
                    <a:pt x="15805" y="0"/>
                  </a:cubicBezTo>
                  <a:cubicBezTo>
                    <a:pt x="7076" y="0"/>
                    <a:pt x="0" y="7076"/>
                    <a:pt x="0" y="15805"/>
                  </a:cubicBezTo>
                  <a:cubicBezTo>
                    <a:pt x="0" y="24535"/>
                    <a:pt x="7076"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29" name="Shape 5075"/>
            <p:cNvSpPr/>
            <p:nvPr/>
          </p:nvSpPr>
          <p:spPr>
            <a:xfrm>
              <a:off x="273627" y="5437"/>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0" name="Shape 5076"/>
            <p:cNvSpPr/>
            <p:nvPr/>
          </p:nvSpPr>
          <p:spPr>
            <a:xfrm>
              <a:off x="331510" y="35224"/>
              <a:ext cx="31610" cy="31610"/>
            </a:xfrm>
            <a:custGeom>
              <a:avLst/>
              <a:gdLst/>
              <a:ahLst/>
              <a:cxnLst/>
              <a:rect l="0" t="0" r="0" b="0"/>
              <a:pathLst>
                <a:path w="31610" h="31610">
                  <a:moveTo>
                    <a:pt x="31610" y="15805"/>
                  </a:moveTo>
                  <a:cubicBezTo>
                    <a:pt x="31610" y="7076"/>
                    <a:pt x="24535" y="0"/>
                    <a:pt x="15805" y="0"/>
                  </a:cubicBezTo>
                  <a:cubicBezTo>
                    <a:pt x="7075" y="0"/>
                    <a:pt x="0" y="7076"/>
                    <a:pt x="0" y="15805"/>
                  </a:cubicBezTo>
                  <a:cubicBezTo>
                    <a:pt x="0" y="24530"/>
                    <a:pt x="7075" y="31610"/>
                    <a:pt x="15805" y="31610"/>
                  </a:cubicBezTo>
                  <a:cubicBezTo>
                    <a:pt x="24535" y="31610"/>
                    <a:pt x="31610" y="24530"/>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1" name="Shape 5077"/>
            <p:cNvSpPr/>
            <p:nvPr/>
          </p:nvSpPr>
          <p:spPr>
            <a:xfrm>
              <a:off x="389399" y="83777"/>
              <a:ext cx="31610" cy="31610"/>
            </a:xfrm>
            <a:custGeom>
              <a:avLst/>
              <a:gdLst/>
              <a:ahLst/>
              <a:cxnLst/>
              <a:rect l="0" t="0" r="0" b="0"/>
              <a:pathLst>
                <a:path w="31610" h="31610">
                  <a:moveTo>
                    <a:pt x="31610" y="15805"/>
                  </a:moveTo>
                  <a:cubicBezTo>
                    <a:pt x="31610" y="7081"/>
                    <a:pt x="24530" y="0"/>
                    <a:pt x="15805" y="0"/>
                  </a:cubicBezTo>
                  <a:cubicBezTo>
                    <a:pt x="7075" y="0"/>
                    <a:pt x="0" y="7081"/>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2" name="Shape 5078"/>
            <p:cNvSpPr/>
            <p:nvPr/>
          </p:nvSpPr>
          <p:spPr>
            <a:xfrm>
              <a:off x="447282" y="154552"/>
              <a:ext cx="31610" cy="31610"/>
            </a:xfrm>
            <a:custGeom>
              <a:avLst/>
              <a:gdLst/>
              <a:ahLst/>
              <a:cxnLst/>
              <a:rect l="0" t="0" r="0" b="0"/>
              <a:pathLst>
                <a:path w="31610" h="31610">
                  <a:moveTo>
                    <a:pt x="31610" y="15805"/>
                  </a:moveTo>
                  <a:cubicBezTo>
                    <a:pt x="31610" y="7075"/>
                    <a:pt x="24535" y="0"/>
                    <a:pt x="15805" y="0"/>
                  </a:cubicBezTo>
                  <a:cubicBezTo>
                    <a:pt x="7076" y="0"/>
                    <a:pt x="0" y="7075"/>
                    <a:pt x="0" y="15805"/>
                  </a:cubicBezTo>
                  <a:cubicBezTo>
                    <a:pt x="0" y="24535"/>
                    <a:pt x="7076"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3" name="Shape 5079"/>
            <p:cNvSpPr/>
            <p:nvPr/>
          </p:nvSpPr>
          <p:spPr>
            <a:xfrm>
              <a:off x="505171" y="238366"/>
              <a:ext cx="31610" cy="31610"/>
            </a:xfrm>
            <a:custGeom>
              <a:avLst/>
              <a:gdLst/>
              <a:ahLst/>
              <a:cxnLst/>
              <a:rect l="0" t="0" r="0" b="0"/>
              <a:pathLst>
                <a:path w="31610" h="31610">
                  <a:moveTo>
                    <a:pt x="31610" y="15805"/>
                  </a:moveTo>
                  <a:cubicBezTo>
                    <a:pt x="31610" y="7081"/>
                    <a:pt x="24530" y="0"/>
                    <a:pt x="15805" y="0"/>
                  </a:cubicBezTo>
                  <a:cubicBezTo>
                    <a:pt x="7075" y="0"/>
                    <a:pt x="0" y="7081"/>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4" name="Shape 5080"/>
            <p:cNvSpPr/>
            <p:nvPr/>
          </p:nvSpPr>
          <p:spPr>
            <a:xfrm>
              <a:off x="563054" y="322675"/>
              <a:ext cx="31610" cy="31610"/>
            </a:xfrm>
            <a:custGeom>
              <a:avLst/>
              <a:gdLst/>
              <a:ahLst/>
              <a:cxnLst/>
              <a:rect l="0" t="0" r="0" b="0"/>
              <a:pathLst>
                <a:path w="31610" h="31610">
                  <a:moveTo>
                    <a:pt x="31610" y="15805"/>
                  </a:moveTo>
                  <a:cubicBezTo>
                    <a:pt x="31610" y="7081"/>
                    <a:pt x="24535" y="0"/>
                    <a:pt x="15805" y="0"/>
                  </a:cubicBezTo>
                  <a:cubicBezTo>
                    <a:pt x="7075" y="0"/>
                    <a:pt x="0" y="7081"/>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5" name="Shape 5081"/>
            <p:cNvSpPr/>
            <p:nvPr/>
          </p:nvSpPr>
          <p:spPr>
            <a:xfrm>
              <a:off x="620942" y="419913"/>
              <a:ext cx="31610" cy="31610"/>
            </a:xfrm>
            <a:custGeom>
              <a:avLst/>
              <a:gdLst/>
              <a:ahLst/>
              <a:cxnLst/>
              <a:rect l="0" t="0" r="0" b="0"/>
              <a:pathLst>
                <a:path w="31610" h="31610">
                  <a:moveTo>
                    <a:pt x="31610" y="15805"/>
                  </a:moveTo>
                  <a:cubicBezTo>
                    <a:pt x="31610" y="7081"/>
                    <a:pt x="24530" y="0"/>
                    <a:pt x="15805" y="0"/>
                  </a:cubicBezTo>
                  <a:cubicBezTo>
                    <a:pt x="7075" y="0"/>
                    <a:pt x="0" y="7081"/>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6" name="Shape 5082"/>
            <p:cNvSpPr/>
            <p:nvPr/>
          </p:nvSpPr>
          <p:spPr>
            <a:xfrm>
              <a:off x="678826" y="514190"/>
              <a:ext cx="31610" cy="31610"/>
            </a:xfrm>
            <a:custGeom>
              <a:avLst/>
              <a:gdLst/>
              <a:ahLst/>
              <a:cxnLst/>
              <a:rect l="0" t="0" r="0" b="0"/>
              <a:pathLst>
                <a:path w="31610" h="31610">
                  <a:moveTo>
                    <a:pt x="31610" y="15805"/>
                  </a:moveTo>
                  <a:cubicBezTo>
                    <a:pt x="31610" y="7081"/>
                    <a:pt x="24535" y="0"/>
                    <a:pt x="15805" y="0"/>
                  </a:cubicBezTo>
                  <a:cubicBezTo>
                    <a:pt x="7075" y="0"/>
                    <a:pt x="0" y="7081"/>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7" name="Shape 5083"/>
            <p:cNvSpPr/>
            <p:nvPr/>
          </p:nvSpPr>
          <p:spPr>
            <a:xfrm>
              <a:off x="736714" y="607812"/>
              <a:ext cx="31610" cy="31610"/>
            </a:xfrm>
            <a:custGeom>
              <a:avLst/>
              <a:gdLst/>
              <a:ahLst/>
              <a:cxnLst/>
              <a:rect l="0" t="0" r="0" b="0"/>
              <a:pathLst>
                <a:path w="31610" h="31610">
                  <a:moveTo>
                    <a:pt x="31610" y="15805"/>
                  </a:moveTo>
                  <a:cubicBezTo>
                    <a:pt x="31610" y="7077"/>
                    <a:pt x="24530" y="0"/>
                    <a:pt x="15805" y="0"/>
                  </a:cubicBezTo>
                  <a:cubicBezTo>
                    <a:pt x="7075" y="0"/>
                    <a:pt x="0" y="7077"/>
                    <a:pt x="0" y="15805"/>
                  </a:cubicBezTo>
                  <a:cubicBezTo>
                    <a:pt x="0" y="24532"/>
                    <a:pt x="7075" y="31610"/>
                    <a:pt x="15805" y="31610"/>
                  </a:cubicBezTo>
                  <a:cubicBezTo>
                    <a:pt x="24530" y="31610"/>
                    <a:pt x="31610" y="24532"/>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8" name="Shape 5084"/>
            <p:cNvSpPr/>
            <p:nvPr/>
          </p:nvSpPr>
          <p:spPr>
            <a:xfrm>
              <a:off x="794598" y="700115"/>
              <a:ext cx="31610" cy="31610"/>
            </a:xfrm>
            <a:custGeom>
              <a:avLst/>
              <a:gdLst/>
              <a:ahLst/>
              <a:cxnLst/>
              <a:rect l="0" t="0" r="0" b="0"/>
              <a:pathLst>
                <a:path w="31610" h="31610">
                  <a:moveTo>
                    <a:pt x="31610" y="15805"/>
                  </a:moveTo>
                  <a:cubicBezTo>
                    <a:pt x="31610" y="7077"/>
                    <a:pt x="24535" y="0"/>
                    <a:pt x="15805" y="0"/>
                  </a:cubicBezTo>
                  <a:cubicBezTo>
                    <a:pt x="7075" y="0"/>
                    <a:pt x="0" y="7077"/>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39" name="Shape 5085"/>
            <p:cNvSpPr/>
            <p:nvPr/>
          </p:nvSpPr>
          <p:spPr>
            <a:xfrm>
              <a:off x="852486" y="662916"/>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32"/>
                    <a:pt x="7075" y="31610"/>
                    <a:pt x="15805" y="31610"/>
                  </a:cubicBezTo>
                  <a:cubicBezTo>
                    <a:pt x="24530" y="31610"/>
                    <a:pt x="31610" y="24532"/>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40" name="Shape 5086"/>
            <p:cNvSpPr/>
            <p:nvPr/>
          </p:nvSpPr>
          <p:spPr>
            <a:xfrm>
              <a:off x="910369" y="666305"/>
              <a:ext cx="31610" cy="31610"/>
            </a:xfrm>
            <a:custGeom>
              <a:avLst/>
              <a:gdLst/>
              <a:ahLst/>
              <a:cxnLst/>
              <a:rect l="0" t="0" r="0" b="0"/>
              <a:pathLst>
                <a:path w="31610" h="31610">
                  <a:moveTo>
                    <a:pt x="31610" y="15805"/>
                  </a:moveTo>
                  <a:cubicBezTo>
                    <a:pt x="31610" y="7076"/>
                    <a:pt x="24535" y="0"/>
                    <a:pt x="15805" y="0"/>
                  </a:cubicBezTo>
                  <a:cubicBezTo>
                    <a:pt x="7075" y="0"/>
                    <a:pt x="0" y="7076"/>
                    <a:pt x="0" y="15805"/>
                  </a:cubicBezTo>
                  <a:cubicBezTo>
                    <a:pt x="0" y="24533"/>
                    <a:pt x="7075" y="31610"/>
                    <a:pt x="15805" y="31610"/>
                  </a:cubicBezTo>
                  <a:cubicBezTo>
                    <a:pt x="24535" y="31610"/>
                    <a:pt x="31610" y="24533"/>
                    <a:pt x="31610" y="15805"/>
                  </a:cubicBezTo>
                  <a:close/>
                </a:path>
              </a:pathLst>
            </a:custGeom>
            <a:ln w="3951" cap="flat">
              <a:miter lim="127000"/>
            </a:ln>
          </p:spPr>
          <p:style>
            <a:lnRef idx="1">
              <a:srgbClr val="FF0000"/>
            </a:lnRef>
            <a:fillRef idx="0">
              <a:srgbClr val="000000">
                <a:alpha val="0"/>
              </a:srgbClr>
            </a:fillRef>
            <a:effectRef idx="0">
              <a:scrgbClr r="0" g="0" b="0"/>
            </a:effectRef>
            <a:fontRef idx="none"/>
          </p:style>
          <p:txBody>
            <a:bodyPr/>
            <a:lstStyle/>
            <a:p>
              <a:endParaRPr lang="vi-VN"/>
            </a:p>
          </p:txBody>
        </p:sp>
        <p:sp>
          <p:nvSpPr>
            <p:cNvPr id="41" name="Shape 5087"/>
            <p:cNvSpPr/>
            <p:nvPr/>
          </p:nvSpPr>
          <p:spPr>
            <a:xfrm>
              <a:off x="57888" y="16753"/>
              <a:ext cx="1099830" cy="762616"/>
            </a:xfrm>
            <a:custGeom>
              <a:avLst/>
              <a:gdLst/>
              <a:ahLst/>
              <a:cxnLst/>
              <a:rect l="0" t="0" r="0" b="0"/>
              <a:pathLst>
                <a:path w="1099830" h="762616">
                  <a:moveTo>
                    <a:pt x="0" y="762616"/>
                  </a:moveTo>
                  <a:lnTo>
                    <a:pt x="57883" y="750284"/>
                  </a:lnTo>
                  <a:lnTo>
                    <a:pt x="115772" y="751190"/>
                  </a:lnTo>
                  <a:lnTo>
                    <a:pt x="173655" y="745792"/>
                  </a:lnTo>
                  <a:lnTo>
                    <a:pt x="231544" y="707804"/>
                  </a:lnTo>
                  <a:lnTo>
                    <a:pt x="289427" y="619621"/>
                  </a:lnTo>
                  <a:lnTo>
                    <a:pt x="347316" y="511914"/>
                  </a:lnTo>
                  <a:lnTo>
                    <a:pt x="405199" y="417037"/>
                  </a:lnTo>
                  <a:lnTo>
                    <a:pt x="463087" y="374453"/>
                  </a:lnTo>
                  <a:lnTo>
                    <a:pt x="520971" y="347526"/>
                  </a:lnTo>
                  <a:lnTo>
                    <a:pt x="578859" y="361903"/>
                  </a:lnTo>
                  <a:lnTo>
                    <a:pt x="636743" y="403950"/>
                  </a:lnTo>
                  <a:lnTo>
                    <a:pt x="694631" y="428163"/>
                  </a:lnTo>
                  <a:lnTo>
                    <a:pt x="752514" y="413217"/>
                  </a:lnTo>
                  <a:lnTo>
                    <a:pt x="810403" y="357894"/>
                  </a:lnTo>
                  <a:lnTo>
                    <a:pt x="868286" y="255346"/>
                  </a:lnTo>
                  <a:lnTo>
                    <a:pt x="926175" y="152787"/>
                  </a:lnTo>
                  <a:lnTo>
                    <a:pt x="984058" y="64990"/>
                  </a:lnTo>
                  <a:lnTo>
                    <a:pt x="1041946" y="31715"/>
                  </a:lnTo>
                  <a:lnTo>
                    <a:pt x="1099830" y="0"/>
                  </a:lnTo>
                </a:path>
              </a:pathLst>
            </a:custGeom>
            <a:ln w="2635" cap="flat">
              <a:round/>
            </a:ln>
          </p:spPr>
          <p:style>
            <a:lnRef idx="1">
              <a:srgbClr val="00FF00"/>
            </a:lnRef>
            <a:fillRef idx="0">
              <a:srgbClr val="000000">
                <a:alpha val="0"/>
              </a:srgbClr>
            </a:fillRef>
            <a:effectRef idx="0">
              <a:scrgbClr r="0" g="0" b="0"/>
            </a:effectRef>
            <a:fontRef idx="none"/>
          </p:style>
          <p:txBody>
            <a:bodyPr/>
            <a:lstStyle/>
            <a:p>
              <a:endParaRPr lang="vi-VN"/>
            </a:p>
          </p:txBody>
        </p:sp>
        <p:sp>
          <p:nvSpPr>
            <p:cNvPr id="42" name="Shape 5088"/>
            <p:cNvSpPr/>
            <p:nvPr/>
          </p:nvSpPr>
          <p:spPr>
            <a:xfrm>
              <a:off x="42083" y="763564"/>
              <a:ext cx="31610" cy="31610"/>
            </a:xfrm>
            <a:custGeom>
              <a:avLst/>
              <a:gdLst/>
              <a:ahLst/>
              <a:cxnLst/>
              <a:rect l="0" t="0" r="0" b="0"/>
              <a:pathLst>
                <a:path w="31610" h="31610">
                  <a:moveTo>
                    <a:pt x="31610" y="15805"/>
                  </a:moveTo>
                  <a:cubicBezTo>
                    <a:pt x="31610" y="7077"/>
                    <a:pt x="24530" y="0"/>
                    <a:pt x="15805" y="0"/>
                  </a:cubicBezTo>
                  <a:cubicBezTo>
                    <a:pt x="7076" y="0"/>
                    <a:pt x="0" y="7077"/>
                    <a:pt x="0" y="15805"/>
                  </a:cubicBezTo>
                  <a:cubicBezTo>
                    <a:pt x="0" y="24535"/>
                    <a:pt x="7076" y="31610"/>
                    <a:pt x="15805" y="31610"/>
                  </a:cubicBezTo>
                  <a:cubicBezTo>
                    <a:pt x="24530"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3" name="Shape 5089"/>
            <p:cNvSpPr/>
            <p:nvPr/>
          </p:nvSpPr>
          <p:spPr>
            <a:xfrm>
              <a:off x="99967" y="751232"/>
              <a:ext cx="31610" cy="31610"/>
            </a:xfrm>
            <a:custGeom>
              <a:avLst/>
              <a:gdLst/>
              <a:ahLst/>
              <a:cxnLst/>
              <a:rect l="0" t="0" r="0" b="0"/>
              <a:pathLst>
                <a:path w="31610" h="31610">
                  <a:moveTo>
                    <a:pt x="31610" y="15805"/>
                  </a:moveTo>
                  <a:cubicBezTo>
                    <a:pt x="31610" y="7077"/>
                    <a:pt x="24535" y="0"/>
                    <a:pt x="15805" y="0"/>
                  </a:cubicBezTo>
                  <a:cubicBezTo>
                    <a:pt x="7076" y="0"/>
                    <a:pt x="0" y="7077"/>
                    <a:pt x="0" y="15805"/>
                  </a:cubicBezTo>
                  <a:cubicBezTo>
                    <a:pt x="0" y="24533"/>
                    <a:pt x="7076" y="31610"/>
                    <a:pt x="15805" y="31610"/>
                  </a:cubicBezTo>
                  <a:cubicBezTo>
                    <a:pt x="24535" y="31610"/>
                    <a:pt x="31610" y="24533"/>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4" name="Shape 5090"/>
            <p:cNvSpPr/>
            <p:nvPr/>
          </p:nvSpPr>
          <p:spPr>
            <a:xfrm>
              <a:off x="157855" y="752138"/>
              <a:ext cx="31610" cy="31610"/>
            </a:xfrm>
            <a:custGeom>
              <a:avLst/>
              <a:gdLst/>
              <a:ahLst/>
              <a:cxnLst/>
              <a:rect l="0" t="0" r="0" b="0"/>
              <a:pathLst>
                <a:path w="31610" h="31610">
                  <a:moveTo>
                    <a:pt x="31610" y="15805"/>
                  </a:moveTo>
                  <a:cubicBezTo>
                    <a:pt x="31610" y="7077"/>
                    <a:pt x="24530" y="0"/>
                    <a:pt x="15805" y="0"/>
                  </a:cubicBezTo>
                  <a:cubicBezTo>
                    <a:pt x="7076" y="0"/>
                    <a:pt x="0" y="7077"/>
                    <a:pt x="0" y="15805"/>
                  </a:cubicBezTo>
                  <a:cubicBezTo>
                    <a:pt x="0" y="24533"/>
                    <a:pt x="7076" y="31610"/>
                    <a:pt x="15805" y="31610"/>
                  </a:cubicBezTo>
                  <a:cubicBezTo>
                    <a:pt x="24530" y="31610"/>
                    <a:pt x="31610" y="24533"/>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5" name="Shape 5091"/>
            <p:cNvSpPr/>
            <p:nvPr/>
          </p:nvSpPr>
          <p:spPr>
            <a:xfrm>
              <a:off x="215738" y="746740"/>
              <a:ext cx="31610" cy="31610"/>
            </a:xfrm>
            <a:custGeom>
              <a:avLst/>
              <a:gdLst/>
              <a:ahLst/>
              <a:cxnLst/>
              <a:rect l="0" t="0" r="0" b="0"/>
              <a:pathLst>
                <a:path w="31610" h="31610">
                  <a:moveTo>
                    <a:pt x="31610" y="15805"/>
                  </a:moveTo>
                  <a:cubicBezTo>
                    <a:pt x="31610" y="7077"/>
                    <a:pt x="24535" y="0"/>
                    <a:pt x="15805" y="0"/>
                  </a:cubicBezTo>
                  <a:cubicBezTo>
                    <a:pt x="7076" y="0"/>
                    <a:pt x="0" y="7077"/>
                    <a:pt x="0" y="15805"/>
                  </a:cubicBezTo>
                  <a:cubicBezTo>
                    <a:pt x="0" y="24533"/>
                    <a:pt x="7076" y="31610"/>
                    <a:pt x="15805" y="31610"/>
                  </a:cubicBezTo>
                  <a:cubicBezTo>
                    <a:pt x="24535" y="31610"/>
                    <a:pt x="31610" y="24533"/>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6" name="Shape 5092"/>
            <p:cNvSpPr/>
            <p:nvPr/>
          </p:nvSpPr>
          <p:spPr>
            <a:xfrm>
              <a:off x="273627" y="708753"/>
              <a:ext cx="31610" cy="31610"/>
            </a:xfrm>
            <a:custGeom>
              <a:avLst/>
              <a:gdLst/>
              <a:ahLst/>
              <a:cxnLst/>
              <a:rect l="0" t="0" r="0" b="0"/>
              <a:pathLst>
                <a:path w="31610" h="31610">
                  <a:moveTo>
                    <a:pt x="31610" y="15805"/>
                  </a:moveTo>
                  <a:cubicBezTo>
                    <a:pt x="31610" y="7077"/>
                    <a:pt x="24530" y="0"/>
                    <a:pt x="15805" y="0"/>
                  </a:cubicBezTo>
                  <a:cubicBezTo>
                    <a:pt x="7075" y="0"/>
                    <a:pt x="0" y="7077"/>
                    <a:pt x="0" y="15805"/>
                  </a:cubicBezTo>
                  <a:cubicBezTo>
                    <a:pt x="0" y="24533"/>
                    <a:pt x="7075" y="31610"/>
                    <a:pt x="15805" y="31610"/>
                  </a:cubicBezTo>
                  <a:cubicBezTo>
                    <a:pt x="24530" y="31610"/>
                    <a:pt x="31610" y="24533"/>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7" name="Shape 5093"/>
            <p:cNvSpPr/>
            <p:nvPr/>
          </p:nvSpPr>
          <p:spPr>
            <a:xfrm>
              <a:off x="331510" y="620570"/>
              <a:ext cx="31610" cy="31610"/>
            </a:xfrm>
            <a:custGeom>
              <a:avLst/>
              <a:gdLst/>
              <a:ahLst/>
              <a:cxnLst/>
              <a:rect l="0" t="0" r="0" b="0"/>
              <a:pathLst>
                <a:path w="31610" h="31610">
                  <a:moveTo>
                    <a:pt x="31610" y="15805"/>
                  </a:moveTo>
                  <a:cubicBezTo>
                    <a:pt x="31610" y="7076"/>
                    <a:pt x="24535" y="0"/>
                    <a:pt x="15805" y="0"/>
                  </a:cubicBezTo>
                  <a:cubicBezTo>
                    <a:pt x="7075" y="0"/>
                    <a:pt x="0" y="7076"/>
                    <a:pt x="0" y="15805"/>
                  </a:cubicBezTo>
                  <a:cubicBezTo>
                    <a:pt x="0" y="24533"/>
                    <a:pt x="7075" y="31610"/>
                    <a:pt x="15805" y="31610"/>
                  </a:cubicBezTo>
                  <a:cubicBezTo>
                    <a:pt x="24535" y="31610"/>
                    <a:pt x="31610" y="24533"/>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8" name="Shape 5094"/>
            <p:cNvSpPr/>
            <p:nvPr/>
          </p:nvSpPr>
          <p:spPr>
            <a:xfrm>
              <a:off x="389399" y="512863"/>
              <a:ext cx="31610" cy="31610"/>
            </a:xfrm>
            <a:custGeom>
              <a:avLst/>
              <a:gdLst/>
              <a:ahLst/>
              <a:cxnLst/>
              <a:rect l="0" t="0" r="0" b="0"/>
              <a:pathLst>
                <a:path w="31610" h="31610">
                  <a:moveTo>
                    <a:pt x="31610" y="15805"/>
                  </a:moveTo>
                  <a:cubicBezTo>
                    <a:pt x="31610" y="7076"/>
                    <a:pt x="24530" y="0"/>
                    <a:pt x="15805" y="0"/>
                  </a:cubicBezTo>
                  <a:cubicBezTo>
                    <a:pt x="7075" y="0"/>
                    <a:pt x="0" y="7076"/>
                    <a:pt x="0" y="15805"/>
                  </a:cubicBezTo>
                  <a:cubicBezTo>
                    <a:pt x="0" y="24530"/>
                    <a:pt x="7075" y="31610"/>
                    <a:pt x="15805" y="31610"/>
                  </a:cubicBezTo>
                  <a:cubicBezTo>
                    <a:pt x="24530" y="31610"/>
                    <a:pt x="31610" y="24530"/>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49" name="Shape 5095"/>
            <p:cNvSpPr/>
            <p:nvPr/>
          </p:nvSpPr>
          <p:spPr>
            <a:xfrm>
              <a:off x="447282" y="417990"/>
              <a:ext cx="31610" cy="31610"/>
            </a:xfrm>
            <a:custGeom>
              <a:avLst/>
              <a:gdLst/>
              <a:ahLst/>
              <a:cxnLst/>
              <a:rect l="0" t="0" r="0" b="0"/>
              <a:pathLst>
                <a:path w="31610" h="31610">
                  <a:moveTo>
                    <a:pt x="31610" y="15805"/>
                  </a:moveTo>
                  <a:cubicBezTo>
                    <a:pt x="31610" y="7075"/>
                    <a:pt x="24535" y="0"/>
                    <a:pt x="15805" y="0"/>
                  </a:cubicBezTo>
                  <a:cubicBezTo>
                    <a:pt x="7076" y="0"/>
                    <a:pt x="0" y="7075"/>
                    <a:pt x="0" y="15805"/>
                  </a:cubicBezTo>
                  <a:cubicBezTo>
                    <a:pt x="0" y="24529"/>
                    <a:pt x="7076" y="31610"/>
                    <a:pt x="15805" y="31610"/>
                  </a:cubicBezTo>
                  <a:cubicBezTo>
                    <a:pt x="24535" y="31610"/>
                    <a:pt x="31610" y="24529"/>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0" name="Shape 5096"/>
            <p:cNvSpPr/>
            <p:nvPr/>
          </p:nvSpPr>
          <p:spPr>
            <a:xfrm>
              <a:off x="505171" y="375401"/>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1" name="Shape 5097"/>
            <p:cNvSpPr/>
            <p:nvPr/>
          </p:nvSpPr>
          <p:spPr>
            <a:xfrm>
              <a:off x="563054" y="348474"/>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2" name="Shape 5098"/>
            <p:cNvSpPr/>
            <p:nvPr/>
          </p:nvSpPr>
          <p:spPr>
            <a:xfrm>
              <a:off x="620942" y="362852"/>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3" name="Shape 5099"/>
            <p:cNvSpPr/>
            <p:nvPr/>
          </p:nvSpPr>
          <p:spPr>
            <a:xfrm>
              <a:off x="678826" y="404904"/>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29"/>
                    <a:pt x="7075" y="31610"/>
                    <a:pt x="15805" y="31610"/>
                  </a:cubicBezTo>
                  <a:cubicBezTo>
                    <a:pt x="24535" y="31610"/>
                    <a:pt x="31610" y="24529"/>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4" name="Shape 5100"/>
            <p:cNvSpPr/>
            <p:nvPr/>
          </p:nvSpPr>
          <p:spPr>
            <a:xfrm>
              <a:off x="736714" y="429112"/>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29"/>
                    <a:pt x="7075" y="31610"/>
                    <a:pt x="15805" y="31610"/>
                  </a:cubicBezTo>
                  <a:cubicBezTo>
                    <a:pt x="24530" y="31610"/>
                    <a:pt x="31610" y="24529"/>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5" name="Shape 5101"/>
            <p:cNvSpPr/>
            <p:nvPr/>
          </p:nvSpPr>
          <p:spPr>
            <a:xfrm>
              <a:off x="794598" y="414165"/>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6" name="Shape 5102"/>
            <p:cNvSpPr/>
            <p:nvPr/>
          </p:nvSpPr>
          <p:spPr>
            <a:xfrm>
              <a:off x="852486" y="358843"/>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7" name="Shape 5103"/>
            <p:cNvSpPr/>
            <p:nvPr/>
          </p:nvSpPr>
          <p:spPr>
            <a:xfrm>
              <a:off x="910369" y="256294"/>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8" name="Shape 5104"/>
            <p:cNvSpPr/>
            <p:nvPr/>
          </p:nvSpPr>
          <p:spPr>
            <a:xfrm>
              <a:off x="968258" y="153736"/>
              <a:ext cx="31610" cy="31610"/>
            </a:xfrm>
            <a:custGeom>
              <a:avLst/>
              <a:gdLst/>
              <a:ahLst/>
              <a:cxnLst/>
              <a:rect l="0" t="0" r="0" b="0"/>
              <a:pathLst>
                <a:path w="31610" h="31610">
                  <a:moveTo>
                    <a:pt x="31610" y="15805"/>
                  </a:moveTo>
                  <a:cubicBezTo>
                    <a:pt x="31610" y="7075"/>
                    <a:pt x="24530" y="0"/>
                    <a:pt x="15805" y="0"/>
                  </a:cubicBezTo>
                  <a:cubicBezTo>
                    <a:pt x="7075" y="0"/>
                    <a:pt x="0" y="7075"/>
                    <a:pt x="0" y="15805"/>
                  </a:cubicBezTo>
                  <a:cubicBezTo>
                    <a:pt x="0" y="24529"/>
                    <a:pt x="7075" y="31610"/>
                    <a:pt x="15805" y="31610"/>
                  </a:cubicBezTo>
                  <a:cubicBezTo>
                    <a:pt x="24530" y="31610"/>
                    <a:pt x="31610" y="24529"/>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59" name="Shape 5105"/>
            <p:cNvSpPr/>
            <p:nvPr/>
          </p:nvSpPr>
          <p:spPr>
            <a:xfrm>
              <a:off x="1026141" y="65939"/>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60" name="Shape 5106"/>
            <p:cNvSpPr/>
            <p:nvPr/>
          </p:nvSpPr>
          <p:spPr>
            <a:xfrm>
              <a:off x="1084030" y="32658"/>
              <a:ext cx="31610" cy="31610"/>
            </a:xfrm>
            <a:custGeom>
              <a:avLst/>
              <a:gdLst/>
              <a:ahLst/>
              <a:cxnLst/>
              <a:rect l="0" t="0" r="0" b="0"/>
              <a:pathLst>
                <a:path w="31610" h="31610">
                  <a:moveTo>
                    <a:pt x="31610" y="15805"/>
                  </a:moveTo>
                  <a:cubicBezTo>
                    <a:pt x="31610" y="7081"/>
                    <a:pt x="24530" y="0"/>
                    <a:pt x="15805" y="0"/>
                  </a:cubicBezTo>
                  <a:cubicBezTo>
                    <a:pt x="7075" y="0"/>
                    <a:pt x="0" y="7081"/>
                    <a:pt x="0" y="15805"/>
                  </a:cubicBezTo>
                  <a:cubicBezTo>
                    <a:pt x="0" y="24535"/>
                    <a:pt x="7075" y="31610"/>
                    <a:pt x="15805" y="31610"/>
                  </a:cubicBezTo>
                  <a:cubicBezTo>
                    <a:pt x="24530"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sp>
          <p:nvSpPr>
            <p:cNvPr id="61" name="Shape 5107"/>
            <p:cNvSpPr/>
            <p:nvPr/>
          </p:nvSpPr>
          <p:spPr>
            <a:xfrm>
              <a:off x="1141913" y="948"/>
              <a:ext cx="31610" cy="31610"/>
            </a:xfrm>
            <a:custGeom>
              <a:avLst/>
              <a:gdLst/>
              <a:ahLst/>
              <a:cxnLst/>
              <a:rect l="0" t="0" r="0" b="0"/>
              <a:pathLst>
                <a:path w="31610" h="31610">
                  <a:moveTo>
                    <a:pt x="31610" y="15805"/>
                  </a:moveTo>
                  <a:cubicBezTo>
                    <a:pt x="31610" y="7075"/>
                    <a:pt x="24535" y="0"/>
                    <a:pt x="15805" y="0"/>
                  </a:cubicBezTo>
                  <a:cubicBezTo>
                    <a:pt x="7075" y="0"/>
                    <a:pt x="0" y="7075"/>
                    <a:pt x="0" y="15805"/>
                  </a:cubicBezTo>
                  <a:cubicBezTo>
                    <a:pt x="0" y="24535"/>
                    <a:pt x="7075" y="31610"/>
                    <a:pt x="15805" y="31610"/>
                  </a:cubicBezTo>
                  <a:cubicBezTo>
                    <a:pt x="24535" y="31610"/>
                    <a:pt x="31610" y="24535"/>
                    <a:pt x="31610" y="15805"/>
                  </a:cubicBezTo>
                  <a:close/>
                </a:path>
              </a:pathLst>
            </a:custGeom>
            <a:ln w="3951" cap="flat">
              <a:miter lim="127000"/>
            </a:ln>
          </p:spPr>
          <p:style>
            <a:lnRef idx="1">
              <a:srgbClr val="00FF00"/>
            </a:lnRef>
            <a:fillRef idx="0">
              <a:srgbClr val="000000">
                <a:alpha val="0"/>
              </a:srgbClr>
            </a:fillRef>
            <a:effectRef idx="0">
              <a:scrgbClr r="0" g="0" b="0"/>
            </a:effectRef>
            <a:fontRef idx="none"/>
          </p:style>
          <p:txBody>
            <a:bodyPr/>
            <a:lstStyle/>
            <a:p>
              <a:endParaRPr lang="vi-VN"/>
            </a:p>
          </p:txBody>
        </p:sp>
      </p:grpSp>
      <p:sp>
        <p:nvSpPr>
          <p:cNvPr id="62" name="Rectangle 6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vi-VN"/>
          </a:p>
        </p:txBody>
      </p:sp>
      <p:sp>
        <p:nvSpPr>
          <p:cNvPr id="63" name="Rectangle 62"/>
          <p:cNvSpPr>
            <a:spLocks noChangeArrowheads="1"/>
          </p:cNvSpPr>
          <p:nvPr/>
        </p:nvSpPr>
        <p:spPr bwMode="auto">
          <a:xfrm>
            <a:off x="0" y="533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vi-VN"/>
          </a:p>
        </p:txBody>
      </p:sp>
      <p:sp>
        <p:nvSpPr>
          <p:cNvPr id="64" name="TextBox 63"/>
          <p:cNvSpPr txBox="1"/>
          <p:nvPr/>
        </p:nvSpPr>
        <p:spPr>
          <a:xfrm>
            <a:off x="658026" y="5656686"/>
            <a:ext cx="10952780" cy="463397"/>
          </a:xfrm>
          <a:prstGeom prst="rect">
            <a:avLst/>
          </a:prstGeom>
          <a:noFill/>
        </p:spPr>
        <p:txBody>
          <a:bodyPr wrap="square" rtlCol="0">
            <a:spAutoFit/>
          </a:bodyPr>
          <a:lstStyle/>
          <a:p>
            <a:pPr lvl="0" algn="just">
              <a:lnSpc>
                <a:spcPct val="150000"/>
              </a:lnSpc>
              <a:spcBef>
                <a:spcPts val="600"/>
              </a:spcBef>
              <a:spcAft>
                <a:spcPts val="600"/>
              </a:spcAft>
            </a:pPr>
            <a:r>
              <a:rPr lang="en-US" sz="1800" i="1" spc="-10">
                <a:effectLst/>
                <a:latin typeface="Calibri" panose="020F0502020204030204" pitchFamily="34" charset="0"/>
                <a:ea typeface="Times New Roman" panose="02020603050405020304" pitchFamily="18" charset="0"/>
              </a:rPr>
              <a:t>(a)Chuỗi thời gian đầu vào	(b)Nhãn phân cụm chuẩn	(c)Chuỗi con được trích xuất cụm</a:t>
            </a:r>
            <a:r>
              <a:rPr lang="en-US" sz="1800" i="1" spc="-10">
                <a:effectLst/>
                <a:latin typeface="Times New Roman" panose="02020603050405020304" pitchFamily="18" charset="0"/>
                <a:ea typeface="Times New Roman" panose="02020603050405020304" pitchFamily="18" charset="0"/>
              </a:rPr>
              <a:t>	(d)</a:t>
            </a:r>
            <a:r>
              <a:rPr lang="en-US" sz="1800" i="1" spc="-10">
                <a:effectLst/>
                <a:latin typeface="Calibri" panose="020F0502020204030204" pitchFamily="34" charset="0"/>
                <a:ea typeface="Times New Roman" panose="02020603050405020304" pitchFamily="18" charset="0"/>
              </a:rPr>
              <a:t>Kết quả phân cụm</a:t>
            </a:r>
            <a:endParaRPr lang="vi-VN" sz="1800" spc="-1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vert="horz" lIns="91440" tIns="45720" rIns="91440" bIns="45720" rtlCol="0" anchor="b">
            <a:normAutofit/>
          </a:bodyPr>
          <a:lstStyle/>
          <a:p>
            <a:r>
              <a:rPr lang="vi-VN" b="0" kern="1200" cap="all">
                <a:latin typeface="Calibri" panose="020F0502020204030204" pitchFamily="34" charset="0"/>
                <a:ea typeface="+mj-ea"/>
                <a:cs typeface="+mj-cs"/>
              </a:rPr>
              <a:t>4.2. </a:t>
            </a:r>
            <a:r>
              <a:rPr lang="vi-VN" b="0" kern="1200" cap="all" spc="-10">
                <a:effectLst/>
                <a:latin typeface="Calibri" panose="020F0502020204030204" pitchFamily="34" charset="0"/>
                <a:ea typeface="+mj-ea"/>
                <a:cs typeface="+mj-cs"/>
              </a:rPr>
              <a:t>Các VẤN ĐỀ liên quan</a:t>
            </a:r>
            <a:endParaRPr lang="vi-VN" b="0" kern="1200" cap="all">
              <a:latin typeface="Calibri" panose="020F0502020204030204" pitchFamily="34" charset="0"/>
              <a:ea typeface="+mj-ea"/>
              <a:cs typeface="+mj-cs"/>
            </a:endParaRPr>
          </a:p>
        </p:txBody>
      </p:sp>
      <p:pic>
        <p:nvPicPr>
          <p:cNvPr id="4" name="Picture 3" descr="Diagram, engineering drawing&#10;&#10;Description automatically generated"/>
          <p:cNvPicPr>
            <a:picLocks noChangeAspect="1"/>
          </p:cNvPicPr>
          <p:nvPr/>
        </p:nvPicPr>
        <p:blipFill>
          <a:blip r:embed="rId1"/>
          <a:stretch>
            <a:fillRect/>
          </a:stretch>
        </p:blipFill>
        <p:spPr>
          <a:xfrm>
            <a:off x="956022" y="2228003"/>
            <a:ext cx="4672731" cy="3633047"/>
          </a:xfrm>
          <a:prstGeom prst="rect">
            <a:avLst/>
          </a:prstGeom>
          <a:noFill/>
        </p:spPr>
      </p:pic>
      <p:sp>
        <p:nvSpPr>
          <p:cNvPr id="7" name="TextBox 6"/>
          <p:cNvSpPr txBox="1"/>
          <p:nvPr/>
        </p:nvSpPr>
        <p:spPr>
          <a:xfrm>
            <a:off x="6188417" y="2228003"/>
            <a:ext cx="5422392" cy="3633047"/>
          </a:xfrm>
          <a:prstGeom prst="rect">
            <a:avLst/>
          </a:prstGeom>
        </p:spPr>
        <p:txBody>
          <a:bodyPr vert="horz" lIns="91440" tIns="45720" rIns="91440" bIns="45720" rtlCol="0" anchor="ctr">
            <a:normAutofit/>
          </a:bodyPr>
          <a:lstStyle/>
          <a:p>
            <a:pPr>
              <a:spcBef>
                <a:spcPct val="20000"/>
              </a:spcBef>
              <a:spcAft>
                <a:spcPts val="600"/>
              </a:spcAft>
              <a:buClr>
                <a:schemeClr val="accent2"/>
              </a:buClr>
              <a:buSzPct val="92000"/>
            </a:pPr>
            <a:r>
              <a:rPr lang="vi-VN">
                <a:solidFill>
                  <a:schemeClr val="tx2"/>
                </a:solidFill>
                <a:effectLst/>
                <a:latin typeface="Calibri" panose="020F0502020204030204" pitchFamily="34" charset="0"/>
                <a:cs typeface="Calibri" panose="020F0502020204030204" pitchFamily="34" charset="0"/>
              </a:rPr>
              <a:t>Sự so sánh giữa kết quả có ý nghĩa từ gom cụm hoàn chỉnh và kết quả từ gom cụm chuỗi thời gian (sử dụng k-means với nhiều biến). Hai tập dữ liệu được sử dụng là Standard and Poor’s 500 Index closing values và dữ liệu đi bộ ngẫu nhiên.</a:t>
            </a:r>
            <a:endParaRPr lang="vi-VN">
              <a:solidFill>
                <a:schemeClr val="tx2"/>
              </a:solidFill>
              <a:latin typeface="Calibri" panose="020F0502020204030204" pitchFamily="34" charset="0"/>
              <a:cs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nchor="b">
            <a:normAutofit/>
          </a:bodyPr>
          <a:lstStyle/>
          <a:p>
            <a:r>
              <a:rPr lang="vi-VN" b="1"/>
              <a:t>4.2. </a:t>
            </a:r>
            <a:r>
              <a:rPr lang="en-US" b="1" kern="1400" spc="-10">
                <a:effectLst/>
              </a:rPr>
              <a:t>Các VẤN ĐỀ liên quan</a:t>
            </a:r>
            <a:endParaRPr lang="vi-VN" b="1"/>
          </a:p>
        </p:txBody>
      </p:sp>
      <p:sp>
        <p:nvSpPr>
          <p:cNvPr id="3" name="Content Placeholder 2"/>
          <p:cNvSpPr>
            <a:spLocks noGrp="1"/>
          </p:cNvSpPr>
          <p:nvPr>
            <p:ph sz="half" idx="1"/>
          </p:nvPr>
        </p:nvSpPr>
        <p:spPr>
          <a:xfrm>
            <a:off x="581193" y="2228003"/>
            <a:ext cx="11029616" cy="3633047"/>
          </a:xfrm>
        </p:spPr>
        <p:txBody>
          <a:bodyPr anchor="ctr">
            <a:normAutofit/>
          </a:bodyPr>
          <a:lstStyle/>
          <a:p>
            <a:pPr indent="0">
              <a:spcBef>
                <a:spcPts val="600"/>
              </a:spcBef>
              <a:spcAft>
                <a:spcPts val="600"/>
              </a:spcAft>
              <a:buNone/>
            </a:pPr>
            <a:r>
              <a:rPr lang="vi-VN" spc="-10">
                <a:effectLst/>
              </a:rPr>
              <a:t>Bài báo của Eamonn Keogh và Jessica Lin đã nêu ra vấn đề về ý nghĩa của việc phân cụm chuỗi thời gian.</a:t>
            </a:r>
            <a:endParaRPr lang="vi-VN" spc="-10">
              <a:effectLst/>
            </a:endParaRPr>
          </a:p>
          <a:p>
            <a:pPr indent="0">
              <a:spcBef>
                <a:spcPts val="600"/>
              </a:spcBef>
              <a:spcAft>
                <a:spcPts val="600"/>
              </a:spcAft>
              <a:buNone/>
            </a:pPr>
            <a:r>
              <a:rPr lang="vi-VN" spc="-10">
                <a:effectLst/>
              </a:rPr>
              <a:t> Các thử nghiệm đã được thực hiện để chứng minh rằng phân cụm chuỗi thời gian con không mang lại nhiều ý nghĩa. Họ đã thực hiện việc phân cụm các chuỗi thời gian từ tập dữ liệu được chỉ định và từ tập dữ liệu ngẫu nhiên, và thấy rằng các cụm thu được từ cả hai tập dữ liệu là tương tự nhau, mặc dù có sự khác biệt về tập dữ liệu đầu vào.</a:t>
            </a:r>
            <a:endParaRPr lang="vi-VN" spc="-10">
              <a:effectLst/>
            </a:endParaRPr>
          </a:p>
          <a:p>
            <a:pPr indent="0">
              <a:spcBef>
                <a:spcPts val="600"/>
              </a:spcBef>
              <a:spcAft>
                <a:spcPts val="600"/>
              </a:spcAft>
              <a:buNone/>
            </a:pPr>
            <a:r>
              <a:rPr lang="vi-VN" spc="-10">
                <a:effectLst/>
              </a:rPr>
              <a:t> Tuy nhiên, khi sử dụng phương pháp phân cụm hoàn chỉnh, không có hiện tượng tương tự xảy ra như được mô tả trong hình từ bài báo.</a:t>
            </a:r>
            <a:endParaRPr lang="vi-VN" spc="-10">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 kết luận</a:t>
            </a:r>
            <a:endParaRPr lang="vi-VN"/>
          </a:p>
        </p:txBody>
      </p:sp>
      <p:sp>
        <p:nvSpPr>
          <p:cNvPr id="3" name="Content Placeholder 2"/>
          <p:cNvSpPr>
            <a:spLocks noGrp="1"/>
          </p:cNvSpPr>
          <p:nvPr>
            <p:ph idx="1"/>
          </p:nvPr>
        </p:nvSpPr>
        <p:spPr/>
        <p:txBody>
          <a:bodyPr/>
          <a:lstStyle/>
          <a:p>
            <a:pPr marL="0" indent="0">
              <a:buNone/>
            </a:pPr>
            <a:r>
              <a:rPr lang="vi-VN" b="1" dirty="0"/>
              <a:t>Ưu điểm</a:t>
            </a:r>
            <a:r>
              <a:rPr lang="vi-VN" dirty="0"/>
              <a:t>:</a:t>
            </a:r>
            <a:endParaRPr lang="vi-VN" dirty="0"/>
          </a:p>
          <a:p>
            <a:r>
              <a:rPr lang="vi-VN" i="1" dirty="0"/>
              <a:t>Thích ứng với độ dài chuỗi con chưa được xác định trước. Điều này cho phép thuật toán khám phá các mẫu có ý nghĩa và có độ dài khác nhau trong dữ liệu, có thể có lợi trong việc nắm bắt các mẫu phức tạp và đa dạng tồn tại ở các quy mô hoặc tần số khác nhau trong chuỗi thời gian</a:t>
            </a:r>
            <a:r>
              <a:rPr lang="vi-VN" dirty="0"/>
              <a:t>.</a:t>
            </a:r>
            <a:endParaRPr lang="vi-VN" dirty="0"/>
          </a:p>
          <a:p>
            <a:r>
              <a:rPr lang="vi-VN" i="1" dirty="0"/>
              <a:t>Cải thiện độ chính xác của phân cụm: Bằng cách cho phép phân cụm chuỗi con có độ dài thay đổi, thuật toán có thể tạo ra các cụm chính xác hơn vì nó có thể nắm bắt các mẫu có độ dài khác nhau hiệu quả hơn. Điều này có thể dẫn đến độ chính xác phân cụm tốt hơn so với các phương pháp sử dụng chuỗi con có độ dài cố định</a:t>
            </a:r>
            <a:r>
              <a:rPr lang="vi-VN" dirty="0"/>
              <a:t>.</a:t>
            </a:r>
            <a:endParaRPr lang="vi-VN" dirty="0"/>
          </a:p>
          <a:p>
            <a:r>
              <a:rPr lang="vi-VN" dirty="0"/>
              <a:t>Linh hoạt trong việc lựa chọn độ dài chuỗi con: Dựa trên các đặc điểm dữ liệu và yêu cầu vấn đề. Điều này cho phép tùy chỉnh thuật toán tốt hơn để phù hợp với dữ liệu chuỗi thời gian cụ thể, từ đó có thể dẫn đến cải thiện hiệu suất và khả năng diễn giải.</a:t>
            </a:r>
            <a:endParaRPr lang="vi-VN" dirty="0"/>
          </a:p>
          <a:p>
            <a:endParaRPr lang="vi-V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pPr>
              <a:lnSpc>
                <a:spcPct val="115000"/>
              </a:lnSpc>
              <a:spcAft>
                <a:spcPts val="600"/>
              </a:spcAft>
            </a:pPr>
            <a:r>
              <a:rPr lang="en-US" sz="2800" b="1" kern="0" cap="all" spc="-10">
                <a:effectLst/>
                <a:ea typeface="Times New Roman" panose="02020603050405020304" pitchFamily="18" charset="0"/>
                <a:cs typeface="Calibri" panose="020F0502020204030204" pitchFamily="34" charset="0"/>
              </a:rPr>
              <a:t>Tài liệu tham khảo</a:t>
            </a:r>
            <a:endParaRPr lang="vi-VN" sz="2800" b="1" kern="0" cap="all" spc="-10">
              <a:effectLst/>
              <a:ea typeface="Times New Roman" panose="02020603050405020304" pitchFamily="18" charset="0"/>
              <a:cs typeface="Calibri" panose="020F0502020204030204" pitchFamily="34" charset="0"/>
            </a:endParaRPr>
          </a:p>
        </p:txBody>
      </p:sp>
      <p:sp>
        <p:nvSpPr>
          <p:cNvPr id="6" name="Content Placeholder 5"/>
          <p:cNvSpPr>
            <a:spLocks noGrp="1"/>
          </p:cNvSpPr>
          <p:nvPr>
            <p:ph idx="1"/>
          </p:nvPr>
        </p:nvSpPr>
        <p:spPr>
          <a:xfrm>
            <a:off x="581192" y="2180496"/>
            <a:ext cx="11029615" cy="3907037"/>
          </a:xfrm>
        </p:spPr>
        <p:txBody>
          <a:bodyPr>
            <a:normAutofit fontScale="92500" lnSpcReduction="20000"/>
          </a:bodyPr>
          <a:lstStyle/>
          <a:p>
            <a:pPr>
              <a:lnSpc>
                <a:spcPct val="107000"/>
              </a:lnSpc>
              <a:spcAft>
                <a:spcPts val="800"/>
              </a:spcAft>
            </a:pPr>
            <a:r>
              <a:rPr lang="en-US" sz="1800" dirty="0"/>
              <a:t>[1] </a:t>
            </a:r>
            <a:r>
              <a:rPr lang="vi-VN" sz="1800" dirty="0"/>
              <a:t>Jiangyong Duan , Lili Guo</a:t>
            </a:r>
            <a:r>
              <a:rPr lang="en-US" sz="1800" dirty="0"/>
              <a:t>,</a:t>
            </a:r>
            <a:r>
              <a:rPr lang="vi-VN" sz="1800" i="1" dirty="0"/>
              <a:t> </a:t>
            </a:r>
            <a:r>
              <a:rPr lang="en-US" sz="1800" i="1" dirty="0"/>
              <a:t>“</a:t>
            </a:r>
            <a:r>
              <a:rPr lang="en-US" sz="1800" dirty="0"/>
              <a:t>VARIABLE-LENGTH SUBSEQUENCE CLUSTERING IN TIME-SERIES</a:t>
            </a:r>
            <a:r>
              <a:rPr lang="en-US" sz="1800" i="1" dirty="0"/>
              <a:t>,” IEEE Trans. Intelligent</a:t>
            </a:r>
            <a:r>
              <a:rPr lang="vi-VN" sz="1800" i="1" dirty="0"/>
              <a:t> </a:t>
            </a:r>
            <a:r>
              <a:rPr lang="en-US" i="1" dirty="0"/>
              <a:t>, </a:t>
            </a:r>
            <a:r>
              <a:rPr lang="en-US" dirty="0"/>
              <a:t>Vol. 3-No. 10, </a:t>
            </a:r>
            <a:r>
              <a:rPr lang="vi-VN" sz="1800" dirty="0"/>
              <a:t>2020</a:t>
            </a:r>
            <a:r>
              <a:rPr lang="en-US" sz="1800" dirty="0"/>
              <a:t>,</a:t>
            </a:r>
            <a:r>
              <a:rPr lang="en-US" sz="1800" i="1" dirty="0"/>
              <a:t> </a:t>
            </a:r>
            <a:r>
              <a:rPr lang="vi-VN" sz="1800" dirty="0">
                <a:effectLst/>
                <a:ea typeface="Arial" panose="020B0604020202020204" pitchFamily="34" charset="0"/>
              </a:rPr>
              <a:t>pp. 3257-3261</a:t>
            </a:r>
            <a:endParaRPr lang="en-US" sz="1800" dirty="0">
              <a:solidFill>
                <a:srgbClr val="000000"/>
              </a:solidFill>
              <a:effectLst/>
              <a:ea typeface="Arial" panose="020B0604020202020204" pitchFamily="34" charset="0"/>
            </a:endParaRPr>
          </a:p>
          <a:p>
            <a:pPr algn="just">
              <a:lnSpc>
                <a:spcPct val="107000"/>
              </a:lnSpc>
              <a:spcAft>
                <a:spcPts val="800"/>
              </a:spcAft>
            </a:pPr>
            <a:r>
              <a:rPr lang="vi-VN" sz="1800" dirty="0">
                <a:solidFill>
                  <a:srgbClr val="000000"/>
                </a:solidFill>
                <a:effectLst/>
                <a:ea typeface="Arial" panose="020B0604020202020204" pitchFamily="34" charset="0"/>
              </a:rPr>
              <a:t>[</a:t>
            </a:r>
            <a:r>
              <a:rPr lang="en-US" dirty="0">
                <a:solidFill>
                  <a:srgbClr val="000000"/>
                </a:solidFill>
                <a:ea typeface="Arial" panose="020B0604020202020204" pitchFamily="34" charset="0"/>
              </a:rPr>
              <a:t>2</a:t>
            </a:r>
            <a:r>
              <a:rPr lang="vi-VN" sz="1800" dirty="0">
                <a:solidFill>
                  <a:srgbClr val="000000"/>
                </a:solidFill>
                <a:effectLst/>
                <a:ea typeface="Arial" panose="020B0604020202020204" pitchFamily="34" charset="0"/>
              </a:rPr>
              <a:t>]  </a:t>
            </a:r>
            <a:r>
              <a:rPr lang="vi-VN" sz="1800" dirty="0">
                <a:effectLst/>
                <a:ea typeface="Arial" panose="020B0604020202020204" pitchFamily="34" charset="0"/>
              </a:rPr>
              <a:t>Sangeeta Rani</a:t>
            </a:r>
            <a:r>
              <a:rPr lang="en-US" sz="1800" dirty="0">
                <a:effectLst/>
                <a:ea typeface="Arial" panose="020B0604020202020204" pitchFamily="34" charset="0"/>
              </a:rPr>
              <a:t>, </a:t>
            </a:r>
            <a:r>
              <a:rPr lang="vi-VN" sz="1800" dirty="0">
                <a:effectLst/>
                <a:ea typeface="Arial" panose="020B0604020202020204" pitchFamily="34" charset="0"/>
              </a:rPr>
              <a:t>Geeta Sikka</a:t>
            </a:r>
            <a:r>
              <a:rPr lang="en-US" sz="1800" dirty="0">
                <a:effectLst/>
                <a:ea typeface="Arial" panose="020B0604020202020204" pitchFamily="34" charset="0"/>
              </a:rPr>
              <a:t>, “</a:t>
            </a:r>
            <a:r>
              <a:rPr lang="vi-VN" sz="1800" dirty="0">
                <a:effectLst/>
                <a:ea typeface="Arial" panose="020B0604020202020204" pitchFamily="34" charset="0"/>
              </a:rPr>
              <a:t>Recent Techniques of Clustering of Time Series Data: A Survey</a:t>
            </a:r>
            <a:r>
              <a:rPr lang="en-US" sz="1800" dirty="0">
                <a:effectLst/>
                <a:ea typeface="Arial" panose="020B0604020202020204" pitchFamily="34" charset="0"/>
              </a:rPr>
              <a:t>,” </a:t>
            </a:r>
            <a:r>
              <a:rPr lang="en-US" sz="1800" i="1" dirty="0"/>
              <a:t>IEEE Trans. </a:t>
            </a:r>
            <a:r>
              <a:rPr lang="en-US" sz="1800" i="1" dirty="0">
                <a:effectLst/>
                <a:ea typeface="Arial" panose="020B0604020202020204" pitchFamily="34" charset="0"/>
              </a:rPr>
              <a:t>PAMI,</a:t>
            </a:r>
            <a:r>
              <a:rPr lang="en-US" sz="1800" dirty="0">
                <a:effectLst/>
                <a:ea typeface="Arial" panose="020B0604020202020204" pitchFamily="34" charset="0"/>
              </a:rPr>
              <a:t> </a:t>
            </a:r>
            <a:r>
              <a:rPr lang="vi-VN" sz="1800" dirty="0">
                <a:effectLst/>
                <a:ea typeface="Arial" panose="020B0604020202020204" pitchFamily="34" charset="0"/>
              </a:rPr>
              <a:t>Volume 52– No.15, 2012</a:t>
            </a:r>
            <a:r>
              <a:rPr lang="en-US" sz="1800">
                <a:effectLst/>
                <a:ea typeface="Arial" panose="020B0604020202020204" pitchFamily="34" charset="0"/>
              </a:rPr>
              <a:t>.</a:t>
            </a:r>
            <a:endParaRPr lang="vi-VN" sz="1800" dirty="0">
              <a:effectLst/>
              <a:ea typeface="Arial" panose="020B0604020202020204" pitchFamily="34" charset="0"/>
            </a:endParaRPr>
          </a:p>
          <a:p>
            <a:pPr algn="just">
              <a:lnSpc>
                <a:spcPct val="107000"/>
              </a:lnSpc>
              <a:spcAft>
                <a:spcPts val="800"/>
              </a:spcAft>
            </a:pPr>
            <a:r>
              <a:rPr lang="vi-VN" sz="1800" dirty="0">
                <a:effectLst/>
                <a:ea typeface="Arial" panose="020B0604020202020204" pitchFamily="34" charset="0"/>
              </a:rPr>
              <a:t>[</a:t>
            </a:r>
            <a:r>
              <a:rPr lang="en-US" sz="1800" dirty="0">
                <a:effectLst/>
                <a:ea typeface="Arial" panose="020B0604020202020204" pitchFamily="34" charset="0"/>
              </a:rPr>
              <a:t>3</a:t>
            </a:r>
            <a:r>
              <a:rPr lang="vi-VN" sz="1800" dirty="0">
                <a:effectLst/>
                <a:ea typeface="Arial" panose="020B0604020202020204" pitchFamily="34" charset="0"/>
              </a:rPr>
              <a:t>] Aghabozorgi, S., Shirkhorshidi, A. S., &amp; Wah, T. Y. (2015). Time-series clustering–a decade review. </a:t>
            </a:r>
            <a:r>
              <a:rPr lang="vi-VN" sz="1800" i="1" dirty="0">
                <a:effectLst/>
                <a:ea typeface="Arial" panose="020B0604020202020204" pitchFamily="34" charset="0"/>
              </a:rPr>
              <a:t>Information systems</a:t>
            </a:r>
            <a:r>
              <a:rPr lang="vi-VN" sz="1800" dirty="0">
                <a:effectLst/>
                <a:ea typeface="Arial" panose="020B0604020202020204" pitchFamily="34" charset="0"/>
              </a:rPr>
              <a:t>, </a:t>
            </a:r>
            <a:r>
              <a:rPr lang="vi-VN" sz="1800" i="1" dirty="0">
                <a:effectLst/>
                <a:ea typeface="Arial" panose="020B0604020202020204" pitchFamily="34" charset="0"/>
              </a:rPr>
              <a:t>53</a:t>
            </a:r>
            <a:r>
              <a:rPr lang="vi-VN" sz="1800" dirty="0">
                <a:effectLst/>
                <a:ea typeface="Arial" panose="020B0604020202020204" pitchFamily="34" charset="0"/>
              </a:rPr>
              <a:t>, 16-38.</a:t>
            </a:r>
            <a:endParaRPr lang="vi-VN" sz="1800" dirty="0">
              <a:effectLst/>
              <a:ea typeface="Arial" panose="020B0604020202020204" pitchFamily="34" charset="0"/>
            </a:endParaRPr>
          </a:p>
          <a:p>
            <a:pPr algn="just">
              <a:lnSpc>
                <a:spcPct val="107000"/>
              </a:lnSpc>
              <a:spcAft>
                <a:spcPts val="800"/>
              </a:spcAft>
            </a:pPr>
            <a:r>
              <a:rPr lang="vi-VN" sz="1800" dirty="0">
                <a:effectLst/>
                <a:ea typeface="Arial" panose="020B0604020202020204" pitchFamily="34" charset="0"/>
              </a:rPr>
              <a:t>[</a:t>
            </a:r>
            <a:r>
              <a:rPr lang="en-US" sz="1800" dirty="0">
                <a:effectLst/>
                <a:ea typeface="Arial" panose="020B0604020202020204" pitchFamily="34" charset="0"/>
              </a:rPr>
              <a:t>4</a:t>
            </a:r>
            <a:r>
              <a:rPr lang="vi-VN" sz="1800" dirty="0">
                <a:effectLst/>
                <a:ea typeface="Arial" panose="020B0604020202020204" pitchFamily="34" charset="0"/>
              </a:rPr>
              <a:t>] Trosten, D. J., Strauman, A. S., Kampffmeyer, M., &amp; Jenssen, R. (2019, May). Recurrent deep divergence-based clustering for simultaneous feature learning and clustering of variable length time series. In </a:t>
            </a:r>
            <a:r>
              <a:rPr lang="vi-VN" sz="1800" i="1" dirty="0">
                <a:effectLst/>
                <a:ea typeface="Arial" panose="020B0604020202020204" pitchFamily="34" charset="0"/>
              </a:rPr>
              <a:t>ICASSP 2019-2019 IEEE International Conference on Acoustics, Speech and Signal Processing (ICASSP)</a:t>
            </a:r>
            <a:r>
              <a:rPr lang="vi-VN" sz="1800" dirty="0">
                <a:effectLst/>
                <a:ea typeface="Arial" panose="020B0604020202020204" pitchFamily="34" charset="0"/>
              </a:rPr>
              <a:t> (pp. 3257-3261). IEEE.</a:t>
            </a:r>
            <a:endParaRPr lang="vi-VN" sz="1800" dirty="0">
              <a:effectLst/>
              <a:ea typeface="Arial" panose="020B0604020202020204" pitchFamily="34" charset="0"/>
            </a:endParaRPr>
          </a:p>
          <a:p>
            <a:pPr algn="just">
              <a:lnSpc>
                <a:spcPct val="107000"/>
              </a:lnSpc>
              <a:spcAft>
                <a:spcPts val="800"/>
              </a:spcAft>
            </a:pPr>
            <a:r>
              <a:rPr lang="vi-VN" sz="1800" dirty="0">
                <a:effectLst/>
                <a:ea typeface="Arial" panose="020B0604020202020204" pitchFamily="34" charset="0"/>
              </a:rPr>
              <a:t>[</a:t>
            </a:r>
            <a:r>
              <a:rPr lang="en-US" sz="1800" dirty="0">
                <a:effectLst/>
                <a:ea typeface="Arial" panose="020B0604020202020204" pitchFamily="34" charset="0"/>
              </a:rPr>
              <a:t>5</a:t>
            </a:r>
            <a:r>
              <a:rPr lang="vi-VN" sz="1800" dirty="0">
                <a:effectLst/>
                <a:ea typeface="Arial" panose="020B0604020202020204" pitchFamily="34" charset="0"/>
              </a:rPr>
              <a:t>] Liao, T. W. (2005). Clustering of time series data—a survey. </a:t>
            </a:r>
            <a:r>
              <a:rPr lang="vi-VN" sz="1800" i="1" dirty="0">
                <a:effectLst/>
                <a:ea typeface="Arial" panose="020B0604020202020204" pitchFamily="34" charset="0"/>
              </a:rPr>
              <a:t>Pattern recognition</a:t>
            </a:r>
            <a:r>
              <a:rPr lang="vi-VN" sz="1800" dirty="0">
                <a:effectLst/>
                <a:ea typeface="Arial" panose="020B0604020202020204" pitchFamily="34" charset="0"/>
              </a:rPr>
              <a:t>, </a:t>
            </a:r>
            <a:r>
              <a:rPr lang="vi-VN" sz="1800" i="1" dirty="0">
                <a:effectLst/>
                <a:ea typeface="Arial" panose="020B0604020202020204" pitchFamily="34" charset="0"/>
              </a:rPr>
              <a:t>38</a:t>
            </a:r>
            <a:r>
              <a:rPr lang="vi-VN" sz="1800" dirty="0">
                <a:effectLst/>
                <a:ea typeface="Arial" panose="020B0604020202020204" pitchFamily="34" charset="0"/>
              </a:rPr>
              <a:t>(11), 1857-1874.</a:t>
            </a:r>
            <a:endParaRPr lang="vi-VN" sz="1800" dirty="0">
              <a:effectLst/>
              <a:ea typeface="Arial" panose="020B0604020202020204" pitchFamily="34" charset="0"/>
            </a:endParaRPr>
          </a:p>
          <a:p>
            <a:pPr algn="just">
              <a:lnSpc>
                <a:spcPct val="107000"/>
              </a:lnSpc>
              <a:spcAft>
                <a:spcPts val="800"/>
              </a:spcAft>
            </a:pPr>
            <a:r>
              <a:rPr lang="vi-VN" sz="1800" dirty="0">
                <a:effectLst/>
                <a:ea typeface="Arial" panose="020B0604020202020204" pitchFamily="34" charset="0"/>
              </a:rPr>
              <a:t>[</a:t>
            </a:r>
            <a:r>
              <a:rPr lang="en-US" sz="1800" dirty="0">
                <a:effectLst/>
                <a:ea typeface="Arial" panose="020B0604020202020204" pitchFamily="34" charset="0"/>
              </a:rPr>
              <a:t>6</a:t>
            </a:r>
            <a:r>
              <a:rPr lang="vi-VN" sz="1800" dirty="0">
                <a:effectLst/>
                <a:ea typeface="Arial" panose="020B0604020202020204" pitchFamily="34" charset="0"/>
              </a:rPr>
              <a:t>] Keogh, E., &amp; Lin, J. (2005). Clustering of time-series subsequences is meaningless: implications for previous and future research. </a:t>
            </a:r>
            <a:r>
              <a:rPr lang="vi-VN" sz="1800" i="1" dirty="0">
                <a:effectLst/>
                <a:ea typeface="Arial" panose="020B0604020202020204" pitchFamily="34" charset="0"/>
              </a:rPr>
              <a:t>Knowledge and information systems</a:t>
            </a:r>
            <a:r>
              <a:rPr lang="vi-VN" sz="1800" dirty="0">
                <a:effectLst/>
                <a:ea typeface="Arial" panose="020B0604020202020204" pitchFamily="34" charset="0"/>
              </a:rPr>
              <a:t>, </a:t>
            </a:r>
            <a:r>
              <a:rPr lang="vi-VN" sz="1800" i="1" dirty="0">
                <a:effectLst/>
                <a:ea typeface="Arial" panose="020B0604020202020204" pitchFamily="34" charset="0"/>
              </a:rPr>
              <a:t>8</a:t>
            </a:r>
            <a:r>
              <a:rPr lang="vi-VN" sz="1800" dirty="0">
                <a:effectLst/>
                <a:ea typeface="Arial" panose="020B0604020202020204" pitchFamily="34" charset="0"/>
              </a:rPr>
              <a:t>, 154-177.</a:t>
            </a:r>
            <a:endParaRPr lang="vi-VN" sz="1800" dirty="0">
              <a:effectLst/>
              <a:ea typeface="Arial" panose="020B0604020202020204" pitchFamily="34" charset="0"/>
            </a:endParaRPr>
          </a:p>
          <a:p>
            <a:pPr marL="0" indent="0">
              <a:buNone/>
            </a:pPr>
            <a:endParaRPr lang="vi-V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Hình chữ nhật 9"/>
          <p:cNvSpPr>
            <a:spLocks noGrp="1" noRot="1" noChangeAspect="1" noMove="1" noResize="1" noEditPoints="1" noAdjustHandles="1" noChangeArrowheads="1" noChangeShapeType="1" noTextEdit="1"/>
          </p:cNvSpPr>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latin typeface="Calibri" panose="020F0502020204030204" pitchFamily="34" charset="0"/>
            </a:endParaRPr>
          </a:p>
        </p:txBody>
      </p:sp>
      <p:sp>
        <p:nvSpPr>
          <p:cNvPr id="12" name="Hình chữ nhật 11"/>
          <p:cNvSpPr>
            <a:spLocks noGrp="1" noRot="1" noChangeAspect="1" noMove="1" noResize="1" noEditPoints="1" noAdjustHandles="1" noChangeArrowheads="1" noChangeShapeType="1" noTextEdit="1"/>
          </p:cNvSpPr>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Nhóm 13"/>
          <p:cNvGrpSpPr>
            <a:grpSpLocks noGrp="1" noRot="1" noChangeAspect="1" noMove="1" noResize="1" noUngrp="1"/>
          </p:cNvGrpSpPr>
          <p:nvPr/>
        </p:nvGrpSpPr>
        <p:grpSpPr>
          <a:xfrm>
            <a:off x="446534" y="453643"/>
            <a:ext cx="11298933" cy="98554"/>
            <a:chOff x="446534" y="453643"/>
            <a:chExt cx="11298933" cy="98554"/>
          </a:xfrm>
        </p:grpSpPr>
        <p:sp>
          <p:nvSpPr>
            <p:cNvPr id="15" name="Hình chữ nhật 14"/>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Hình chữ nhật 15"/>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Hình chữ nhật 16"/>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êu đề 1"/>
          <p:cNvSpPr>
            <a:spLocks noGrp="1"/>
          </p:cNvSpPr>
          <p:nvPr>
            <p:ph type="ctrTitle"/>
          </p:nvPr>
        </p:nvSpPr>
        <p:spPr>
          <a:xfrm>
            <a:off x="7972272" y="1856683"/>
            <a:ext cx="3738711" cy="2021747"/>
          </a:xfrm>
        </p:spPr>
        <p:txBody>
          <a:bodyPr rtlCol="0">
            <a:normAutofit/>
          </a:bodyPr>
          <a:lstStyle/>
          <a:p>
            <a:pPr rtl="0"/>
            <a:r>
              <a:rPr lang="vi-VN" dirty="0">
                <a:solidFill>
                  <a:srgbClr val="FFFFFF"/>
                </a:solidFill>
              </a:rPr>
              <a:t>Cảm ơn </a:t>
            </a:r>
            <a:r>
              <a:rPr lang="en-US" dirty="0">
                <a:solidFill>
                  <a:srgbClr val="FFFFFF"/>
                </a:solidFill>
              </a:rPr>
              <a:t>thầy </a:t>
            </a:r>
            <a:r>
              <a:rPr lang="en-US" dirty="0" err="1">
                <a:solidFill>
                  <a:srgbClr val="FFFFFF"/>
                </a:solidFill>
              </a:rPr>
              <a:t>cô</a:t>
            </a:r>
            <a:r>
              <a:rPr lang="en-US" dirty="0">
                <a:solidFill>
                  <a:srgbClr val="FFFFFF"/>
                </a:solidFill>
              </a:rPr>
              <a:t> và các </a:t>
            </a:r>
            <a:r>
              <a:rPr lang="en-US" dirty="0" err="1">
                <a:solidFill>
                  <a:srgbClr val="FFFFFF"/>
                </a:solidFill>
              </a:rPr>
              <a:t>bạn</a:t>
            </a:r>
            <a:r>
              <a:rPr lang="en-US" dirty="0">
                <a:solidFill>
                  <a:srgbClr val="FFFFFF"/>
                </a:solidFill>
              </a:rPr>
              <a:t> </a:t>
            </a:r>
            <a:r>
              <a:rPr lang="vi-VN" dirty="0">
                <a:solidFill>
                  <a:srgbClr val="FFFFFF"/>
                </a:solidFill>
              </a:rPr>
              <a:t>đã </a:t>
            </a:r>
            <a:r>
              <a:rPr lang="en-US" dirty="0">
                <a:solidFill>
                  <a:srgbClr val="FFFFFF"/>
                </a:solidFill>
              </a:rPr>
              <a:t>xem !</a:t>
            </a:r>
            <a:endParaRPr lang="vi-VN" dirty="0">
              <a:solidFill>
                <a:srgbClr val="FFFFFF"/>
              </a:solidFill>
            </a:endParaRPr>
          </a:p>
        </p:txBody>
      </p:sp>
      <p:pic>
        <p:nvPicPr>
          <p:cNvPr id="5" name="Hình ảnh 4" descr="Số kỹ thuật số"/>
          <p:cNvPicPr>
            <a:picLocks noChangeAspect="1"/>
          </p:cNvPicPr>
          <p:nvPr/>
        </p:nvPicPr>
        <p:blipFill rotWithShape="1">
          <a:blip r:embed="rId1" cstate="screen"/>
          <a:srcRect l="2189" r="9642" b="1"/>
          <a:stretch>
            <a:fillRect/>
          </a:stretch>
        </p:blipFill>
        <p:spPr>
          <a:xfrm>
            <a:off x="446534" y="723899"/>
            <a:ext cx="7498616" cy="5676901"/>
          </a:xfrm>
          <a:prstGeom prst="rect">
            <a:avLst/>
          </a:prstGeom>
        </p:spPr>
      </p:pic>
    </p:spTree>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B00D59C3F7CC47A17A352EB4B757C4" ma:contentTypeVersion="2" ma:contentTypeDescription="Create a new document." ma:contentTypeScope="" ma:versionID="0c042ba8333f866b1ebe26f3a612846e">
  <xsd:schema xmlns:xsd="http://www.w3.org/2001/XMLSchema" xmlns:xs="http://www.w3.org/2001/XMLSchema" xmlns:p="http://schemas.microsoft.com/office/2006/metadata/properties" xmlns:ns3="95ab1228-923b-4a19-8fc4-78f2941ba070" targetNamespace="http://schemas.microsoft.com/office/2006/metadata/properties" ma:root="true" ma:fieldsID="3c859bea7219286c02a76fac3610924b" ns3:_="">
    <xsd:import namespace="95ab1228-923b-4a19-8fc4-78f2941ba070"/>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ab1228-923b-4a19-8fc4-78f2941ba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845D0C-994C-4275-AC1A-91429F1E01BD}">
  <ds:schemaRefs/>
</ds:datastoreItem>
</file>

<file path=customXml/itemProps2.xml><?xml version="1.0" encoding="utf-8"?>
<ds:datastoreItem xmlns:ds="http://schemas.openxmlformats.org/officeDocument/2006/customXml" ds:itemID="{D47C70D1-2F5D-42B9-9605-D59603A681FF}">
  <ds:schemaRefs/>
</ds:datastoreItem>
</file>

<file path=customXml/itemProps3.xml><?xml version="1.0" encoding="utf-8"?>
<ds:datastoreItem xmlns:ds="http://schemas.openxmlformats.org/officeDocument/2006/customXml" ds:itemID="{525AD382-99EB-441F-A9F9-69ED83D0FF0B}">
  <ds:schemaRefs/>
</ds:datastoreItem>
</file>

<file path=docProps/app.xml><?xml version="1.0" encoding="utf-8"?>
<Properties xmlns="http://schemas.openxmlformats.org/officeDocument/2006/extended-properties" xmlns:vt="http://schemas.openxmlformats.org/officeDocument/2006/docPropsVTypes">
  <Template>Thiết kế kỹ thuật</Template>
  <TotalTime>0</TotalTime>
  <Words>7008</Words>
  <Application>WPS Presentation</Application>
  <PresentationFormat>Widescreen</PresentationFormat>
  <Paragraphs>134</Paragraphs>
  <Slides>15</Slides>
  <Notes>5</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15</vt:i4>
      </vt:variant>
    </vt:vector>
  </HeadingPairs>
  <TitlesOfParts>
    <vt:vector size="32" baseType="lpstr">
      <vt:lpstr>Arial</vt:lpstr>
      <vt:lpstr>SimSun</vt:lpstr>
      <vt:lpstr>Wingdings</vt:lpstr>
      <vt:lpstr>Calibri</vt:lpstr>
      <vt:lpstr>Wingdings 2</vt:lpstr>
      <vt:lpstr>Verdana</vt:lpstr>
      <vt:lpstr>Times New Roman</vt:lpstr>
      <vt:lpstr>Time New Roman</vt:lpstr>
      <vt:lpstr>Segoe Print</vt:lpstr>
      <vt:lpstr>MS Mincho</vt:lpstr>
      <vt:lpstr>Symbol</vt:lpstr>
      <vt:lpstr>Tahoma</vt:lpstr>
      <vt:lpstr>Gill Sans MT</vt:lpstr>
      <vt:lpstr>Microsoft YaHei</vt:lpstr>
      <vt:lpstr>Arial Unicode MS</vt:lpstr>
      <vt:lpstr>Yu Gothic UI</vt:lpstr>
      <vt:lpstr>Dividend</vt:lpstr>
      <vt:lpstr>Dựa trên bài báo: VARIABLE-LENGTH SUBSEQUENCE CLUSTERING IN TIME-SERIES Jiangyong Duan , Lili Guo (2020) [1]</vt:lpstr>
      <vt:lpstr>Nội dung</vt:lpstr>
      <vt:lpstr>1. Giới thiệu</vt:lpstr>
      <vt:lpstr>2. Những nghiên cứu gần đây</vt:lpstr>
      <vt:lpstr>3. Thuật toán </vt:lpstr>
      <vt:lpstr>PowerPoint 演示文稿</vt:lpstr>
      <vt:lpstr>4. Kết quả thực nghiệm</vt:lpstr>
      <vt:lpstr>4. Kết quả thực nghiệm</vt:lpstr>
      <vt:lpstr>4.2. Phương pháp tiến hành</vt:lpstr>
      <vt:lpstr>4.2. Phương pháp tiến hành</vt:lpstr>
      <vt:lpstr>4.2. Các VẤN ĐỀ liên quan</vt:lpstr>
      <vt:lpstr>4.2. Các VẤN ĐỀ liên quan</vt:lpstr>
      <vt:lpstr>6. kết luận</vt:lpstr>
      <vt:lpstr>Tài liệu tham khảo</vt:lpstr>
      <vt:lpstr>Cảm ơn thầy cô và các bạn đã xem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Dựa trên bài báo: VARIABLE-LENGTH SUBSEQUENCE CLUSTERING IN TIME-SERIES Jiangyong Duan , Lili Guo (2020)</dc:title>
  <dc:creator>Cao Cảnh Linh</dc:creator>
  <cp:lastModifiedBy>Đức Nguyễn</cp:lastModifiedBy>
  <cp:revision>8</cp:revision>
  <dcterms:created xsi:type="dcterms:W3CDTF">2023-04-27T02:58:00Z</dcterms:created>
  <dcterms:modified xsi:type="dcterms:W3CDTF">2026-01-08T05:30:57Z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0x01010044B00D59C3F7CC47A17A352EB4B757C4</vt:lpwstr>
  </property>
  <property fmtid="{D5CDD505-2E9C-101B-9397-08002B2CF9AE}" pid="3" name="ICV">
    <vt:lpwstr>35E3155C58C74FA281C1A4DDB5D7A532_12</vt:lpwstr>
  </property>
  <property fmtid="{D5CDD505-2E9C-101B-9397-08002B2CF9AE}" pid="4" name="KSOProductBuildVer">
    <vt:lpwstr>1033-12.2.0.23196</vt:lpwstr>
  </property>
</Properties>
</file>